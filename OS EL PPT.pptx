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sldIdLst>
    <p:sldId id="379" r:id="rId2"/>
    <p:sldId id="437" r:id="rId3"/>
    <p:sldId id="394" r:id="rId4"/>
    <p:sldId id="401" r:id="rId5"/>
    <p:sldId id="438" r:id="rId6"/>
    <p:sldId id="439" r:id="rId7"/>
    <p:sldId id="440" r:id="rId8"/>
    <p:sldId id="455" r:id="rId9"/>
    <p:sldId id="442" r:id="rId10"/>
    <p:sldId id="456" r:id="rId11"/>
    <p:sldId id="443" r:id="rId12"/>
    <p:sldId id="452" r:id="rId13"/>
    <p:sldId id="457" r:id="rId14"/>
    <p:sldId id="444" r:id="rId15"/>
    <p:sldId id="432" r:id="rId16"/>
    <p:sldId id="445" r:id="rId17"/>
    <p:sldId id="446" r:id="rId18"/>
    <p:sldId id="454" r:id="rId19"/>
    <p:sldId id="447" r:id="rId20"/>
    <p:sldId id="448" r:id="rId21"/>
    <p:sldId id="449" r:id="rId22"/>
    <p:sldId id="450" r:id="rId23"/>
    <p:sldId id="451" r:id="rId24"/>
    <p:sldId id="400" r:id="rId25"/>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95B92-BD8B-4EC4-A56E-F40BF729F68B}" v="32" dt="2025-01-09T05:56:43.1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03" autoAdjust="0"/>
    <p:restoredTop sz="91972" autoAdjust="0"/>
  </p:normalViewPr>
  <p:slideViewPr>
    <p:cSldViewPr snapToGrid="0">
      <p:cViewPr varScale="1">
        <p:scale>
          <a:sx n="76" d="100"/>
          <a:sy n="76" d="100"/>
        </p:scale>
        <p:origin x="893"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shavamurthy YC" userId="bf6a1185fec05998" providerId="LiveId" clId="{7F395B92-BD8B-4EC4-A56E-F40BF729F68B}"/>
    <pc:docChg chg="undo custSel addSld delSld modSld">
      <pc:chgData name="Keshavamurthy YC" userId="bf6a1185fec05998" providerId="LiveId" clId="{7F395B92-BD8B-4EC4-A56E-F40BF729F68B}" dt="2025-01-09T05:56:47.119" v="566" actId="20577"/>
      <pc:docMkLst>
        <pc:docMk/>
      </pc:docMkLst>
      <pc:sldChg chg="modSp mod">
        <pc:chgData name="Keshavamurthy YC" userId="bf6a1185fec05998" providerId="LiveId" clId="{7F395B92-BD8B-4EC4-A56E-F40BF729F68B}" dt="2025-01-09T05:48:45.206" v="272" actId="1076"/>
        <pc:sldMkLst>
          <pc:docMk/>
          <pc:sldMk cId="658094999" sldId="394"/>
        </pc:sldMkLst>
        <pc:spChg chg="mod">
          <ac:chgData name="Keshavamurthy YC" userId="bf6a1185fec05998" providerId="LiveId" clId="{7F395B92-BD8B-4EC4-A56E-F40BF729F68B}" dt="2025-01-09T05:48:37.294" v="269" actId="14100"/>
          <ac:spMkLst>
            <pc:docMk/>
            <pc:sldMk cId="658094999" sldId="394"/>
            <ac:spMk id="2" creationId="{F4C92045-E69D-E287-24F9-F3EC5A13CCB1}"/>
          </ac:spMkLst>
        </pc:spChg>
        <pc:spChg chg="mod">
          <ac:chgData name="Keshavamurthy YC" userId="bf6a1185fec05998" providerId="LiveId" clId="{7F395B92-BD8B-4EC4-A56E-F40BF729F68B}" dt="2025-01-09T05:48:45.206" v="272" actId="1076"/>
          <ac:spMkLst>
            <pc:docMk/>
            <pc:sldMk cId="658094999" sldId="394"/>
            <ac:spMk id="8" creationId="{EB2484C8-68BC-9AA1-D8C5-282E3D75696E}"/>
          </ac:spMkLst>
        </pc:spChg>
      </pc:sldChg>
      <pc:sldChg chg="modSp mod">
        <pc:chgData name="Keshavamurthy YC" userId="bf6a1185fec05998" providerId="LiveId" clId="{7F395B92-BD8B-4EC4-A56E-F40BF729F68B}" dt="2025-01-09T05:50:05.890" v="288" actId="6549"/>
        <pc:sldMkLst>
          <pc:docMk/>
          <pc:sldMk cId="2544980013" sldId="401"/>
        </pc:sldMkLst>
        <pc:spChg chg="mod">
          <ac:chgData name="Keshavamurthy YC" userId="bf6a1185fec05998" providerId="LiveId" clId="{7F395B92-BD8B-4EC4-A56E-F40BF729F68B}" dt="2025-01-09T05:50:05.890" v="288" actId="6549"/>
          <ac:spMkLst>
            <pc:docMk/>
            <pc:sldMk cId="2544980013" sldId="401"/>
            <ac:spMk id="5" creationId="{2E251775-AAB3-6740-9A5D-BF7C9197E45B}"/>
          </ac:spMkLst>
        </pc:spChg>
      </pc:sldChg>
      <pc:sldChg chg="modSp mod">
        <pc:chgData name="Keshavamurthy YC" userId="bf6a1185fec05998" providerId="LiveId" clId="{7F395B92-BD8B-4EC4-A56E-F40BF729F68B}" dt="2025-01-09T05:53:46.044" v="457" actId="20577"/>
        <pc:sldMkLst>
          <pc:docMk/>
          <pc:sldMk cId="2237272244" sldId="432"/>
        </pc:sldMkLst>
        <pc:spChg chg="mod">
          <ac:chgData name="Keshavamurthy YC" userId="bf6a1185fec05998" providerId="LiveId" clId="{7F395B92-BD8B-4EC4-A56E-F40BF729F68B}" dt="2025-01-09T05:53:46.044" v="457" actId="20577"/>
          <ac:spMkLst>
            <pc:docMk/>
            <pc:sldMk cId="2237272244" sldId="432"/>
            <ac:spMk id="2" creationId="{920C888C-4575-335B-FA8F-F2C2631CFE39}"/>
          </ac:spMkLst>
        </pc:spChg>
        <pc:spChg chg="mod">
          <ac:chgData name="Keshavamurthy YC" userId="bf6a1185fec05998" providerId="LiveId" clId="{7F395B92-BD8B-4EC4-A56E-F40BF729F68B}" dt="2025-01-09T05:53:31.650" v="453" actId="20577"/>
          <ac:spMkLst>
            <pc:docMk/>
            <pc:sldMk cId="2237272244" sldId="432"/>
            <ac:spMk id="5" creationId="{393DD6B8-40A1-00CF-B2F1-ED5905311783}"/>
          </ac:spMkLst>
        </pc:spChg>
      </pc:sldChg>
      <pc:sldChg chg="modSp mod">
        <pc:chgData name="Keshavamurthy YC" userId="bf6a1185fec05998" providerId="LiveId" clId="{7F395B92-BD8B-4EC4-A56E-F40BF729F68B}" dt="2025-01-09T05:50:39.408" v="308" actId="20577"/>
        <pc:sldMkLst>
          <pc:docMk/>
          <pc:sldMk cId="1451446621" sldId="438"/>
        </pc:sldMkLst>
        <pc:spChg chg="mod">
          <ac:chgData name="Keshavamurthy YC" userId="bf6a1185fec05998" providerId="LiveId" clId="{7F395B92-BD8B-4EC4-A56E-F40BF729F68B}" dt="2025-01-09T05:50:22.964" v="305" actId="6549"/>
          <ac:spMkLst>
            <pc:docMk/>
            <pc:sldMk cId="1451446621" sldId="438"/>
            <ac:spMk id="2" creationId="{C9D4BBCA-657F-D9F7-4811-B65B0F318537}"/>
          </ac:spMkLst>
        </pc:spChg>
        <pc:spChg chg="mod">
          <ac:chgData name="Keshavamurthy YC" userId="bf6a1185fec05998" providerId="LiveId" clId="{7F395B92-BD8B-4EC4-A56E-F40BF729F68B}" dt="2025-01-09T05:50:39.408" v="308" actId="20577"/>
          <ac:spMkLst>
            <pc:docMk/>
            <pc:sldMk cId="1451446621" sldId="438"/>
            <ac:spMk id="5" creationId="{3A9A31C5-F30E-9FDF-7581-7669195364AF}"/>
          </ac:spMkLst>
        </pc:spChg>
      </pc:sldChg>
      <pc:sldChg chg="addSp modSp mod">
        <pc:chgData name="Keshavamurthy YC" userId="bf6a1185fec05998" providerId="LiveId" clId="{7F395B92-BD8B-4EC4-A56E-F40BF729F68B}" dt="2025-01-09T05:51:13.659" v="325" actId="6549"/>
        <pc:sldMkLst>
          <pc:docMk/>
          <pc:sldMk cId="1254413576" sldId="439"/>
        </pc:sldMkLst>
        <pc:spChg chg="mod">
          <ac:chgData name="Keshavamurthy YC" userId="bf6a1185fec05998" providerId="LiveId" clId="{7F395B92-BD8B-4EC4-A56E-F40BF729F68B}" dt="2025-01-09T05:50:55.829" v="320" actId="14100"/>
          <ac:spMkLst>
            <pc:docMk/>
            <pc:sldMk cId="1254413576" sldId="439"/>
            <ac:spMk id="2" creationId="{21B63D6E-C21B-6CE3-F37E-F40628D2820A}"/>
          </ac:spMkLst>
        </pc:spChg>
        <pc:spChg chg="mod">
          <ac:chgData name="Keshavamurthy YC" userId="bf6a1185fec05998" providerId="LiveId" clId="{7F395B92-BD8B-4EC4-A56E-F40BF729F68B}" dt="2025-01-09T05:51:13.659" v="325" actId="6549"/>
          <ac:spMkLst>
            <pc:docMk/>
            <pc:sldMk cId="1254413576" sldId="439"/>
            <ac:spMk id="5" creationId="{84CAB4B4-E7D9-0C44-BDB8-13360E196C87}"/>
          </ac:spMkLst>
        </pc:spChg>
        <pc:spChg chg="add">
          <ac:chgData name="Keshavamurthy YC" userId="bf6a1185fec05998" providerId="LiveId" clId="{7F395B92-BD8B-4EC4-A56E-F40BF729F68B}" dt="2025-01-09T05:51:01.703" v="321"/>
          <ac:spMkLst>
            <pc:docMk/>
            <pc:sldMk cId="1254413576" sldId="439"/>
            <ac:spMk id="6" creationId="{8030724C-76A2-2A0C-F200-D6AEB121C6FC}"/>
          </ac:spMkLst>
        </pc:spChg>
      </pc:sldChg>
      <pc:sldChg chg="modSp mod">
        <pc:chgData name="Keshavamurthy YC" userId="bf6a1185fec05998" providerId="LiveId" clId="{7F395B92-BD8B-4EC4-A56E-F40BF729F68B}" dt="2025-01-09T05:51:43.158" v="330" actId="20577"/>
        <pc:sldMkLst>
          <pc:docMk/>
          <pc:sldMk cId="2066830961" sldId="440"/>
        </pc:sldMkLst>
        <pc:spChg chg="mod">
          <ac:chgData name="Keshavamurthy YC" userId="bf6a1185fec05998" providerId="LiveId" clId="{7F395B92-BD8B-4EC4-A56E-F40BF729F68B}" dt="2025-01-09T05:51:23.922" v="326"/>
          <ac:spMkLst>
            <pc:docMk/>
            <pc:sldMk cId="2066830961" sldId="440"/>
            <ac:spMk id="2" creationId="{91692CFF-BC9C-EEE3-9347-864A669B2996}"/>
          </ac:spMkLst>
        </pc:spChg>
        <pc:spChg chg="mod">
          <ac:chgData name="Keshavamurthy YC" userId="bf6a1185fec05998" providerId="LiveId" clId="{7F395B92-BD8B-4EC4-A56E-F40BF729F68B}" dt="2025-01-09T05:51:43.158" v="330" actId="20577"/>
          <ac:spMkLst>
            <pc:docMk/>
            <pc:sldMk cId="2066830961" sldId="440"/>
            <ac:spMk id="5" creationId="{9D0A43BB-0B85-6C11-1115-9239B6EECD40}"/>
          </ac:spMkLst>
        </pc:spChg>
      </pc:sldChg>
      <pc:sldChg chg="del">
        <pc:chgData name="Keshavamurthy YC" userId="bf6a1185fec05998" providerId="LiveId" clId="{7F395B92-BD8B-4EC4-A56E-F40BF729F68B}" dt="2025-01-09T05:51:53.590" v="331" actId="47"/>
        <pc:sldMkLst>
          <pc:docMk/>
          <pc:sldMk cId="3565106523" sldId="441"/>
        </pc:sldMkLst>
      </pc:sldChg>
      <pc:sldChg chg="modSp mod">
        <pc:chgData name="Keshavamurthy YC" userId="bf6a1185fec05998" providerId="LiveId" clId="{7F395B92-BD8B-4EC4-A56E-F40BF729F68B}" dt="2025-01-09T05:52:21.138" v="367" actId="20577"/>
        <pc:sldMkLst>
          <pc:docMk/>
          <pc:sldMk cId="4145172580" sldId="442"/>
        </pc:sldMkLst>
        <pc:spChg chg="mod">
          <ac:chgData name="Keshavamurthy YC" userId="bf6a1185fec05998" providerId="LiveId" clId="{7F395B92-BD8B-4EC4-A56E-F40BF729F68B}" dt="2025-01-09T05:52:10.475" v="363" actId="6549"/>
          <ac:spMkLst>
            <pc:docMk/>
            <pc:sldMk cId="4145172580" sldId="442"/>
            <ac:spMk id="2" creationId="{9B302BF9-55B9-4383-05BC-5189E61C97F4}"/>
          </ac:spMkLst>
        </pc:spChg>
        <pc:spChg chg="mod">
          <ac:chgData name="Keshavamurthy YC" userId="bf6a1185fec05998" providerId="LiveId" clId="{7F395B92-BD8B-4EC4-A56E-F40BF729F68B}" dt="2025-01-09T05:52:21.138" v="367" actId="20577"/>
          <ac:spMkLst>
            <pc:docMk/>
            <pc:sldMk cId="4145172580" sldId="442"/>
            <ac:spMk id="5" creationId="{3B70AC6E-22B1-0DAA-5CAB-B79FBF9711BA}"/>
          </ac:spMkLst>
        </pc:spChg>
      </pc:sldChg>
      <pc:sldChg chg="modSp mod">
        <pc:chgData name="Keshavamurthy YC" userId="bf6a1185fec05998" providerId="LiveId" clId="{7F395B92-BD8B-4EC4-A56E-F40BF729F68B}" dt="2025-01-09T05:52:46.012" v="373" actId="20577"/>
        <pc:sldMkLst>
          <pc:docMk/>
          <pc:sldMk cId="3778649017" sldId="443"/>
        </pc:sldMkLst>
        <pc:spChg chg="mod">
          <ac:chgData name="Keshavamurthy YC" userId="bf6a1185fec05998" providerId="LiveId" clId="{7F395B92-BD8B-4EC4-A56E-F40BF729F68B}" dt="2025-01-09T05:52:31.623" v="368"/>
          <ac:spMkLst>
            <pc:docMk/>
            <pc:sldMk cId="3778649017" sldId="443"/>
            <ac:spMk id="2" creationId="{FF205A08-EB43-A89D-82BE-7DCCB5E8DF18}"/>
          </ac:spMkLst>
        </pc:spChg>
        <pc:spChg chg="mod">
          <ac:chgData name="Keshavamurthy YC" userId="bf6a1185fec05998" providerId="LiveId" clId="{7F395B92-BD8B-4EC4-A56E-F40BF729F68B}" dt="2025-01-09T05:52:46.012" v="373" actId="20577"/>
          <ac:spMkLst>
            <pc:docMk/>
            <pc:sldMk cId="3778649017" sldId="443"/>
            <ac:spMk id="5" creationId="{9BE806D0-9B89-C26C-864C-096BD725C60B}"/>
          </ac:spMkLst>
        </pc:spChg>
      </pc:sldChg>
      <pc:sldChg chg="modSp mod">
        <pc:chgData name="Keshavamurthy YC" userId="bf6a1185fec05998" providerId="LiveId" clId="{7F395B92-BD8B-4EC4-A56E-F40BF729F68B}" dt="2025-01-09T05:53:14.517" v="411" actId="20577"/>
        <pc:sldMkLst>
          <pc:docMk/>
          <pc:sldMk cId="951296858" sldId="444"/>
        </pc:sldMkLst>
        <pc:spChg chg="mod">
          <ac:chgData name="Keshavamurthy YC" userId="bf6a1185fec05998" providerId="LiveId" clId="{7F395B92-BD8B-4EC4-A56E-F40BF729F68B}" dt="2025-01-09T05:53:02.484" v="407" actId="6549"/>
          <ac:spMkLst>
            <pc:docMk/>
            <pc:sldMk cId="951296858" sldId="444"/>
            <ac:spMk id="2" creationId="{5BC0189A-0A68-5C05-CEFD-C081685EDF88}"/>
          </ac:spMkLst>
        </pc:spChg>
        <pc:spChg chg="mod">
          <ac:chgData name="Keshavamurthy YC" userId="bf6a1185fec05998" providerId="LiveId" clId="{7F395B92-BD8B-4EC4-A56E-F40BF729F68B}" dt="2025-01-09T05:53:14.517" v="411" actId="20577"/>
          <ac:spMkLst>
            <pc:docMk/>
            <pc:sldMk cId="951296858" sldId="444"/>
            <ac:spMk id="5" creationId="{BD712D86-F28F-6CBA-57DC-23293FA8805B}"/>
          </ac:spMkLst>
        </pc:spChg>
      </pc:sldChg>
      <pc:sldChg chg="modSp add mod">
        <pc:chgData name="Keshavamurthy YC" userId="bf6a1185fec05998" providerId="LiveId" clId="{7F395B92-BD8B-4EC4-A56E-F40BF729F68B}" dt="2025-01-09T05:54:17.660" v="477" actId="20577"/>
        <pc:sldMkLst>
          <pc:docMk/>
          <pc:sldMk cId="3031533477" sldId="445"/>
        </pc:sldMkLst>
        <pc:spChg chg="mod">
          <ac:chgData name="Keshavamurthy YC" userId="bf6a1185fec05998" providerId="LiveId" clId="{7F395B92-BD8B-4EC4-A56E-F40BF729F68B}" dt="2025-01-09T05:54:17.660" v="477" actId="20577"/>
          <ac:spMkLst>
            <pc:docMk/>
            <pc:sldMk cId="3031533477" sldId="445"/>
            <ac:spMk id="2" creationId="{13E0200E-DC7B-F1E2-90E8-C52B269972E9}"/>
          </ac:spMkLst>
        </pc:spChg>
        <pc:spChg chg="mod">
          <ac:chgData name="Keshavamurthy YC" userId="bf6a1185fec05998" providerId="LiveId" clId="{7F395B92-BD8B-4EC4-A56E-F40BF729F68B}" dt="2025-01-09T05:54:05.221" v="474" actId="20577"/>
          <ac:spMkLst>
            <pc:docMk/>
            <pc:sldMk cId="3031533477" sldId="445"/>
            <ac:spMk id="5" creationId="{844D8FD5-61F8-28C6-278C-75740B48B008}"/>
          </ac:spMkLst>
        </pc:spChg>
      </pc:sldChg>
      <pc:sldChg chg="modSp add mod">
        <pc:chgData name="Keshavamurthy YC" userId="bf6a1185fec05998" providerId="LiveId" clId="{7F395B92-BD8B-4EC4-A56E-F40BF729F68B}" dt="2025-01-09T05:54:42.625" v="486" actId="20577"/>
        <pc:sldMkLst>
          <pc:docMk/>
          <pc:sldMk cId="837959424" sldId="446"/>
        </pc:sldMkLst>
        <pc:spChg chg="mod">
          <ac:chgData name="Keshavamurthy YC" userId="bf6a1185fec05998" providerId="LiveId" clId="{7F395B92-BD8B-4EC4-A56E-F40BF729F68B}" dt="2025-01-09T05:54:42.625" v="486" actId="20577"/>
          <ac:spMkLst>
            <pc:docMk/>
            <pc:sldMk cId="837959424" sldId="446"/>
            <ac:spMk id="2" creationId="{291B099C-5EF5-066F-8F10-1215117D9278}"/>
          </ac:spMkLst>
        </pc:spChg>
        <pc:spChg chg="mod">
          <ac:chgData name="Keshavamurthy YC" userId="bf6a1185fec05998" providerId="LiveId" clId="{7F395B92-BD8B-4EC4-A56E-F40BF729F68B}" dt="2025-01-09T05:54:33.150" v="483"/>
          <ac:spMkLst>
            <pc:docMk/>
            <pc:sldMk cId="837959424" sldId="446"/>
            <ac:spMk id="5" creationId="{C7160E81-7796-0B86-85B2-0AAF6104F12F}"/>
          </ac:spMkLst>
        </pc:spChg>
      </pc:sldChg>
      <pc:sldChg chg="modSp add mod">
        <pc:chgData name="Keshavamurthy YC" userId="bf6a1185fec05998" providerId="LiveId" clId="{7F395B92-BD8B-4EC4-A56E-F40BF729F68B}" dt="2025-01-09T05:55:03.157" v="491"/>
        <pc:sldMkLst>
          <pc:docMk/>
          <pc:sldMk cId="1796891638" sldId="447"/>
        </pc:sldMkLst>
        <pc:spChg chg="mod">
          <ac:chgData name="Keshavamurthy YC" userId="bf6a1185fec05998" providerId="LiveId" clId="{7F395B92-BD8B-4EC4-A56E-F40BF729F68B}" dt="2025-01-09T05:54:59.893" v="490" actId="21"/>
          <ac:spMkLst>
            <pc:docMk/>
            <pc:sldMk cId="1796891638" sldId="447"/>
            <ac:spMk id="2" creationId="{E154153D-BB19-F678-B5D3-D9ED8BC69F45}"/>
          </ac:spMkLst>
        </pc:spChg>
        <pc:spChg chg="mod">
          <ac:chgData name="Keshavamurthy YC" userId="bf6a1185fec05998" providerId="LiveId" clId="{7F395B92-BD8B-4EC4-A56E-F40BF729F68B}" dt="2025-01-09T05:55:03.157" v="491"/>
          <ac:spMkLst>
            <pc:docMk/>
            <pc:sldMk cId="1796891638" sldId="447"/>
            <ac:spMk id="5" creationId="{11A69B5F-BB44-2FCA-85FA-F2423159D90D}"/>
          </ac:spMkLst>
        </pc:spChg>
      </pc:sldChg>
      <pc:sldChg chg="modSp add mod">
        <pc:chgData name="Keshavamurthy YC" userId="bf6a1185fec05998" providerId="LiveId" clId="{7F395B92-BD8B-4EC4-A56E-F40BF729F68B}" dt="2025-01-09T05:55:19.861" v="509" actId="6549"/>
        <pc:sldMkLst>
          <pc:docMk/>
          <pc:sldMk cId="3942714052" sldId="448"/>
        </pc:sldMkLst>
        <pc:spChg chg="mod">
          <ac:chgData name="Keshavamurthy YC" userId="bf6a1185fec05998" providerId="LiveId" clId="{7F395B92-BD8B-4EC4-A56E-F40BF729F68B}" dt="2025-01-09T05:55:11.770" v="494"/>
          <ac:spMkLst>
            <pc:docMk/>
            <pc:sldMk cId="3942714052" sldId="448"/>
            <ac:spMk id="2" creationId="{DBB8920A-3C8E-8472-94B0-05F518D2A5E8}"/>
          </ac:spMkLst>
        </pc:spChg>
        <pc:spChg chg="mod">
          <ac:chgData name="Keshavamurthy YC" userId="bf6a1185fec05998" providerId="LiveId" clId="{7F395B92-BD8B-4EC4-A56E-F40BF729F68B}" dt="2025-01-09T05:55:19.861" v="509" actId="6549"/>
          <ac:spMkLst>
            <pc:docMk/>
            <pc:sldMk cId="3942714052" sldId="448"/>
            <ac:spMk id="5" creationId="{DC4FD5C6-A705-9C23-B79C-3F1CF5E8481D}"/>
          </ac:spMkLst>
        </pc:spChg>
      </pc:sldChg>
      <pc:sldChg chg="modSp add mod">
        <pc:chgData name="Keshavamurthy YC" userId="bf6a1185fec05998" providerId="LiveId" clId="{7F395B92-BD8B-4EC4-A56E-F40BF729F68B}" dt="2025-01-09T05:55:38.732" v="526" actId="6549"/>
        <pc:sldMkLst>
          <pc:docMk/>
          <pc:sldMk cId="3690393889" sldId="449"/>
        </pc:sldMkLst>
        <pc:spChg chg="mod">
          <ac:chgData name="Keshavamurthy YC" userId="bf6a1185fec05998" providerId="LiveId" clId="{7F395B92-BD8B-4EC4-A56E-F40BF729F68B}" dt="2025-01-09T05:55:30.208" v="512"/>
          <ac:spMkLst>
            <pc:docMk/>
            <pc:sldMk cId="3690393889" sldId="449"/>
            <ac:spMk id="2" creationId="{D57D280C-5599-466E-F692-C3B8761531B8}"/>
          </ac:spMkLst>
        </pc:spChg>
        <pc:spChg chg="mod">
          <ac:chgData name="Keshavamurthy YC" userId="bf6a1185fec05998" providerId="LiveId" clId="{7F395B92-BD8B-4EC4-A56E-F40BF729F68B}" dt="2025-01-09T05:55:38.732" v="526" actId="6549"/>
          <ac:spMkLst>
            <pc:docMk/>
            <pc:sldMk cId="3690393889" sldId="449"/>
            <ac:spMk id="5" creationId="{F8B66979-1EBA-9496-7DC4-F2CE71D82411}"/>
          </ac:spMkLst>
        </pc:spChg>
      </pc:sldChg>
      <pc:sldChg chg="addSp modSp add mod">
        <pc:chgData name="Keshavamurthy YC" userId="bf6a1185fec05998" providerId="LiveId" clId="{7F395B92-BD8B-4EC4-A56E-F40BF729F68B}" dt="2025-01-09T05:56:18.325" v="545" actId="20577"/>
        <pc:sldMkLst>
          <pc:docMk/>
          <pc:sldMk cId="2801455523" sldId="450"/>
        </pc:sldMkLst>
        <pc:spChg chg="mod">
          <ac:chgData name="Keshavamurthy YC" userId="bf6a1185fec05998" providerId="LiveId" clId="{7F395B92-BD8B-4EC4-A56E-F40BF729F68B}" dt="2025-01-09T05:56:18.325" v="545" actId="20577"/>
          <ac:spMkLst>
            <pc:docMk/>
            <pc:sldMk cId="2801455523" sldId="450"/>
            <ac:spMk id="2" creationId="{1839B2CA-294B-549E-C99F-4DE223515847}"/>
          </ac:spMkLst>
        </pc:spChg>
        <pc:spChg chg="mod">
          <ac:chgData name="Keshavamurthy YC" userId="bf6a1185fec05998" providerId="LiveId" clId="{7F395B92-BD8B-4EC4-A56E-F40BF729F68B}" dt="2025-01-09T05:56:07.268" v="541" actId="6549"/>
          <ac:spMkLst>
            <pc:docMk/>
            <pc:sldMk cId="2801455523" sldId="450"/>
            <ac:spMk id="5" creationId="{5D5D031D-8801-41AD-A0E8-3372B245E07D}"/>
          </ac:spMkLst>
        </pc:spChg>
        <pc:spChg chg="add">
          <ac:chgData name="Keshavamurthy YC" userId="bf6a1185fec05998" providerId="LiveId" clId="{7F395B92-BD8B-4EC4-A56E-F40BF729F68B}" dt="2025-01-09T05:56:13.546" v="542"/>
          <ac:spMkLst>
            <pc:docMk/>
            <pc:sldMk cId="2801455523" sldId="450"/>
            <ac:spMk id="6" creationId="{5B04A221-3063-704C-B66E-36BFF96BF8CE}"/>
          </ac:spMkLst>
        </pc:spChg>
      </pc:sldChg>
      <pc:sldChg chg="addSp modSp add mod">
        <pc:chgData name="Keshavamurthy YC" userId="bf6a1185fec05998" providerId="LiveId" clId="{7F395B92-BD8B-4EC4-A56E-F40BF729F68B}" dt="2025-01-09T05:56:47.119" v="566" actId="20577"/>
        <pc:sldMkLst>
          <pc:docMk/>
          <pc:sldMk cId="1187791227" sldId="451"/>
        </pc:sldMkLst>
        <pc:spChg chg="mod">
          <ac:chgData name="Keshavamurthy YC" userId="bf6a1185fec05998" providerId="LiveId" clId="{7F395B92-BD8B-4EC4-A56E-F40BF729F68B}" dt="2025-01-09T05:56:47.119" v="566" actId="20577"/>
          <ac:spMkLst>
            <pc:docMk/>
            <pc:sldMk cId="1187791227" sldId="451"/>
            <ac:spMk id="2" creationId="{6B29B294-4D03-D957-3CAB-0B84D8CDC50A}"/>
          </ac:spMkLst>
        </pc:spChg>
        <pc:spChg chg="mod">
          <ac:chgData name="Keshavamurthy YC" userId="bf6a1185fec05998" providerId="LiveId" clId="{7F395B92-BD8B-4EC4-A56E-F40BF729F68B}" dt="2025-01-09T05:56:35.575" v="562" actId="6549"/>
          <ac:spMkLst>
            <pc:docMk/>
            <pc:sldMk cId="1187791227" sldId="451"/>
            <ac:spMk id="5" creationId="{01C4B4CC-9F06-04CC-1F3F-69F4BE546DFA}"/>
          </ac:spMkLst>
        </pc:spChg>
        <pc:spChg chg="add">
          <ac:chgData name="Keshavamurthy YC" userId="bf6a1185fec05998" providerId="LiveId" clId="{7F395B92-BD8B-4EC4-A56E-F40BF729F68B}" dt="2025-01-09T05:56:40.533" v="563"/>
          <ac:spMkLst>
            <pc:docMk/>
            <pc:sldMk cId="1187791227" sldId="451"/>
            <ac:spMk id="6" creationId="{5B3C5E05-9AF0-22C5-AC10-F1ABF572418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6A973A30-4E8D-4F5A-A660-0CF9FA0EA0CF}" type="datetimeFigureOut">
              <a:rPr lang="en-IN" smtClean="0"/>
              <a:t>03-02-2026</a:t>
            </a:fld>
            <a:endParaRPr lang="en-IN"/>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77223E4C-C78F-4806-9F29-9550DE44BB40}" type="slidenum">
              <a:rPr lang="en-IN" smtClean="0"/>
              <a:t>‹#›</a:t>
            </a:fld>
            <a:endParaRPr lang="en-IN"/>
          </a:p>
        </p:txBody>
      </p:sp>
    </p:spTree>
    <p:extLst>
      <p:ext uri="{BB962C8B-B14F-4D97-AF65-F5344CB8AC3E}">
        <p14:creationId xmlns:p14="http://schemas.microsoft.com/office/powerpoint/2010/main" val="113801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223E4C-C78F-4806-9F29-9550DE44BB40}" type="slidenum">
              <a:rPr lang="en-IN" smtClean="0"/>
              <a:t>2</a:t>
            </a:fld>
            <a:endParaRPr lang="en-IN"/>
          </a:p>
        </p:txBody>
      </p:sp>
    </p:spTree>
    <p:extLst>
      <p:ext uri="{BB962C8B-B14F-4D97-AF65-F5344CB8AC3E}">
        <p14:creationId xmlns:p14="http://schemas.microsoft.com/office/powerpoint/2010/main" val="675541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223E4C-C78F-4806-9F29-9550DE44BB40}" type="slidenum">
              <a:rPr lang="en-IN" smtClean="0"/>
              <a:t>15</a:t>
            </a:fld>
            <a:endParaRPr lang="en-IN"/>
          </a:p>
        </p:txBody>
      </p:sp>
    </p:spTree>
    <p:extLst>
      <p:ext uri="{BB962C8B-B14F-4D97-AF65-F5344CB8AC3E}">
        <p14:creationId xmlns:p14="http://schemas.microsoft.com/office/powerpoint/2010/main" val="3857590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9A812-5776-9368-61BF-3799DAB90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747DA-C8CE-58E3-66F7-D54F67747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06CB60-6804-18AC-A751-B3FF68BEF7F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60CFA7-5C7C-D215-B185-0C5102F2DD23}"/>
              </a:ext>
            </a:extLst>
          </p:cNvPr>
          <p:cNvSpPr>
            <a:spLocks noGrp="1"/>
          </p:cNvSpPr>
          <p:nvPr>
            <p:ph type="sldNum" sz="quarter" idx="5"/>
          </p:nvPr>
        </p:nvSpPr>
        <p:spPr/>
        <p:txBody>
          <a:bodyPr/>
          <a:lstStyle/>
          <a:p>
            <a:fld id="{77223E4C-C78F-4806-9F29-9550DE44BB40}" type="slidenum">
              <a:rPr lang="en-IN" smtClean="0"/>
              <a:t>16</a:t>
            </a:fld>
            <a:endParaRPr lang="en-IN"/>
          </a:p>
        </p:txBody>
      </p:sp>
    </p:spTree>
    <p:extLst>
      <p:ext uri="{BB962C8B-B14F-4D97-AF65-F5344CB8AC3E}">
        <p14:creationId xmlns:p14="http://schemas.microsoft.com/office/powerpoint/2010/main" val="2027953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6F5D5-C413-DD1B-B473-61A1754AF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1D8E3-A647-C524-85B1-08EA3D95B0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1F91D-D3D0-730D-BAB0-129F867419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962B603-28EC-7936-020C-FD4206AC0BA8}"/>
              </a:ext>
            </a:extLst>
          </p:cNvPr>
          <p:cNvSpPr>
            <a:spLocks noGrp="1"/>
          </p:cNvSpPr>
          <p:nvPr>
            <p:ph type="sldNum" sz="quarter" idx="5"/>
          </p:nvPr>
        </p:nvSpPr>
        <p:spPr/>
        <p:txBody>
          <a:bodyPr/>
          <a:lstStyle/>
          <a:p>
            <a:fld id="{77223E4C-C78F-4806-9F29-9550DE44BB40}" type="slidenum">
              <a:rPr lang="en-IN" smtClean="0"/>
              <a:t>17</a:t>
            </a:fld>
            <a:endParaRPr lang="en-IN"/>
          </a:p>
        </p:txBody>
      </p:sp>
    </p:spTree>
    <p:extLst>
      <p:ext uri="{BB962C8B-B14F-4D97-AF65-F5344CB8AC3E}">
        <p14:creationId xmlns:p14="http://schemas.microsoft.com/office/powerpoint/2010/main" val="2511091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079F7-8D3F-8092-C768-B09CB9992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4150D-7B4E-D24B-F584-37E5D96A42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D5E94-56AF-2BB4-67A3-4B03F99B56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3A1D9F5-D46C-7E8A-10A8-3A30B5B315E2}"/>
              </a:ext>
            </a:extLst>
          </p:cNvPr>
          <p:cNvSpPr>
            <a:spLocks noGrp="1"/>
          </p:cNvSpPr>
          <p:nvPr>
            <p:ph type="sldNum" sz="quarter" idx="5"/>
          </p:nvPr>
        </p:nvSpPr>
        <p:spPr/>
        <p:txBody>
          <a:bodyPr/>
          <a:lstStyle/>
          <a:p>
            <a:fld id="{77223E4C-C78F-4806-9F29-9550DE44BB40}" type="slidenum">
              <a:rPr lang="en-IN" smtClean="0"/>
              <a:t>19</a:t>
            </a:fld>
            <a:endParaRPr lang="en-IN"/>
          </a:p>
        </p:txBody>
      </p:sp>
    </p:spTree>
    <p:extLst>
      <p:ext uri="{BB962C8B-B14F-4D97-AF65-F5344CB8AC3E}">
        <p14:creationId xmlns:p14="http://schemas.microsoft.com/office/powerpoint/2010/main" val="2623452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B8F94-BE48-74BB-7599-2FCF9C8D7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193B4-0A64-98AB-4C70-98ADD429E9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8BF11-663E-8BAC-1099-EF8E2D8E46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EB31012-CCC4-C12F-DC30-00F903DCB324}"/>
              </a:ext>
            </a:extLst>
          </p:cNvPr>
          <p:cNvSpPr>
            <a:spLocks noGrp="1"/>
          </p:cNvSpPr>
          <p:nvPr>
            <p:ph type="sldNum" sz="quarter" idx="5"/>
          </p:nvPr>
        </p:nvSpPr>
        <p:spPr/>
        <p:txBody>
          <a:bodyPr/>
          <a:lstStyle/>
          <a:p>
            <a:fld id="{77223E4C-C78F-4806-9F29-9550DE44BB40}" type="slidenum">
              <a:rPr lang="en-IN" smtClean="0"/>
              <a:t>20</a:t>
            </a:fld>
            <a:endParaRPr lang="en-IN"/>
          </a:p>
        </p:txBody>
      </p:sp>
    </p:spTree>
    <p:extLst>
      <p:ext uri="{BB962C8B-B14F-4D97-AF65-F5344CB8AC3E}">
        <p14:creationId xmlns:p14="http://schemas.microsoft.com/office/powerpoint/2010/main" val="2001842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1AFD7-292F-F960-706E-BF564169D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3B437-E0FB-A7D7-76F7-2139D4E187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142A6-E43D-758B-AF5C-30785BE2E84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51EC4FE-0823-E620-7F61-8D799968C115}"/>
              </a:ext>
            </a:extLst>
          </p:cNvPr>
          <p:cNvSpPr>
            <a:spLocks noGrp="1"/>
          </p:cNvSpPr>
          <p:nvPr>
            <p:ph type="sldNum" sz="quarter" idx="5"/>
          </p:nvPr>
        </p:nvSpPr>
        <p:spPr/>
        <p:txBody>
          <a:bodyPr/>
          <a:lstStyle/>
          <a:p>
            <a:fld id="{77223E4C-C78F-4806-9F29-9550DE44BB40}" type="slidenum">
              <a:rPr lang="en-IN" smtClean="0"/>
              <a:t>21</a:t>
            </a:fld>
            <a:endParaRPr lang="en-IN"/>
          </a:p>
        </p:txBody>
      </p:sp>
    </p:spTree>
    <p:extLst>
      <p:ext uri="{BB962C8B-B14F-4D97-AF65-F5344CB8AC3E}">
        <p14:creationId xmlns:p14="http://schemas.microsoft.com/office/powerpoint/2010/main" val="644815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E7361-AF98-A775-5208-FCE3AFE76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DCA9C-9DED-740F-5C58-EFA69A9AB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EF447-94D5-D349-043C-E9B1E32FAB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4D2F714-5490-9529-D83D-B530DE7BAFD8}"/>
              </a:ext>
            </a:extLst>
          </p:cNvPr>
          <p:cNvSpPr>
            <a:spLocks noGrp="1"/>
          </p:cNvSpPr>
          <p:nvPr>
            <p:ph type="sldNum" sz="quarter" idx="5"/>
          </p:nvPr>
        </p:nvSpPr>
        <p:spPr/>
        <p:txBody>
          <a:bodyPr/>
          <a:lstStyle/>
          <a:p>
            <a:fld id="{77223E4C-C78F-4806-9F29-9550DE44BB40}" type="slidenum">
              <a:rPr lang="en-IN" smtClean="0"/>
              <a:t>22</a:t>
            </a:fld>
            <a:endParaRPr lang="en-IN"/>
          </a:p>
        </p:txBody>
      </p:sp>
    </p:spTree>
    <p:extLst>
      <p:ext uri="{BB962C8B-B14F-4D97-AF65-F5344CB8AC3E}">
        <p14:creationId xmlns:p14="http://schemas.microsoft.com/office/powerpoint/2010/main" val="1370851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5541A-8803-45B8-B3DE-2E0B136F0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B0619-39FC-AC8B-2518-8426FA75BB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FECF6-7299-8621-810C-2C1C2A3934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7B46FBC-4E8B-0540-2740-96B726A90170}"/>
              </a:ext>
            </a:extLst>
          </p:cNvPr>
          <p:cNvSpPr>
            <a:spLocks noGrp="1"/>
          </p:cNvSpPr>
          <p:nvPr>
            <p:ph type="sldNum" sz="quarter" idx="5"/>
          </p:nvPr>
        </p:nvSpPr>
        <p:spPr/>
        <p:txBody>
          <a:bodyPr/>
          <a:lstStyle/>
          <a:p>
            <a:fld id="{77223E4C-C78F-4806-9F29-9550DE44BB40}" type="slidenum">
              <a:rPr lang="en-IN" smtClean="0"/>
              <a:t>23</a:t>
            </a:fld>
            <a:endParaRPr lang="en-IN"/>
          </a:p>
        </p:txBody>
      </p:sp>
    </p:spTree>
    <p:extLst>
      <p:ext uri="{BB962C8B-B14F-4D97-AF65-F5344CB8AC3E}">
        <p14:creationId xmlns:p14="http://schemas.microsoft.com/office/powerpoint/2010/main" val="30495866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95310"/>
            <a:ext cx="9144000" cy="2387600"/>
          </a:xfrm>
        </p:spPr>
        <p:txBody>
          <a:bodyPr anchor="b"/>
          <a:lstStyle>
            <a:lvl1pPr algn="ctr">
              <a:defRPr sz="6000">
                <a:solidFill>
                  <a:srgbClr val="002060"/>
                </a:solidFill>
                <a:latin typeface="Bookman Old Style" panose="02050604050505020204" pitchFamily="18" charset="0"/>
              </a:defRPr>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C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p:txBody>
          <a:bodyPr/>
          <a:lstStyle/>
          <a:p>
            <a:fld id="{D3F99E61-0CE5-49A0-ADAE-575C3A21A57B}" type="datetime2">
              <a:rPr lang="en-IN" smtClean="0"/>
              <a:t>Tuesday, 03 February 2026</a:t>
            </a:fld>
            <a:endParaRPr lang="en-IN"/>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
        <p:nvSpPr>
          <p:cNvPr id="10" name="object 7"/>
          <p:cNvSpPr txBox="1"/>
          <p:nvPr userDrawn="1"/>
        </p:nvSpPr>
        <p:spPr>
          <a:xfrm>
            <a:off x="4541263" y="6344368"/>
            <a:ext cx="3498933" cy="377108"/>
          </a:xfrm>
          <a:prstGeom prst="rect">
            <a:avLst/>
          </a:prstGeom>
        </p:spPr>
        <p:txBody>
          <a:bodyPr wrap="square" lIns="0" tIns="7701" rIns="0" bIns="0">
            <a:spAutoFit/>
          </a:bodyPr>
          <a:lstStyle/>
          <a:p>
            <a:pPr marL="7701" algn="ctr">
              <a:spcBef>
                <a:spcPts val="61"/>
              </a:spcBef>
              <a:defRPr/>
            </a:pPr>
            <a:r>
              <a:rPr sz="2400" b="1" i="1" spc="-3" dirty="0">
                <a:solidFill>
                  <a:srgbClr val="422C75"/>
                </a:solidFill>
                <a:latin typeface="Bookman Old Style" panose="02050604050505020204" pitchFamily="18" charset="0"/>
                <a:ea typeface="ＭＳ Ｐゴシック" charset="0"/>
                <a:cs typeface="Playfair Display"/>
              </a:rPr>
              <a:t>Go, change </a:t>
            </a:r>
            <a:r>
              <a:rPr sz="2400" b="1" i="1" dirty="0">
                <a:solidFill>
                  <a:srgbClr val="422C75"/>
                </a:solidFill>
                <a:latin typeface="Bookman Old Style" panose="02050604050505020204" pitchFamily="18" charset="0"/>
                <a:ea typeface="ＭＳ Ｐゴシック" charset="0"/>
                <a:cs typeface="Playfair Display"/>
              </a:rPr>
              <a:t>the</a:t>
            </a:r>
            <a:r>
              <a:rPr sz="2400" b="1" i="1" spc="-49" dirty="0">
                <a:solidFill>
                  <a:srgbClr val="422C75"/>
                </a:solidFill>
                <a:latin typeface="Bookman Old Style" panose="02050604050505020204" pitchFamily="18" charset="0"/>
                <a:ea typeface="ＭＳ Ｐゴシック" charset="0"/>
                <a:cs typeface="Playfair Display"/>
              </a:rPr>
              <a:t> </a:t>
            </a:r>
            <a:r>
              <a:rPr sz="2400" b="1" i="1" spc="-3" dirty="0">
                <a:solidFill>
                  <a:srgbClr val="422C75"/>
                </a:solidFill>
                <a:latin typeface="Bookman Old Style" panose="02050604050505020204" pitchFamily="18" charset="0"/>
                <a:ea typeface="ＭＳ Ｐゴシック" charset="0"/>
                <a:cs typeface="Playfair Display"/>
              </a:rPr>
              <a:t>world</a:t>
            </a:r>
            <a:endParaRPr sz="2400" b="1" dirty="0">
              <a:latin typeface="Bookman Old Style" panose="02050604050505020204" pitchFamily="18" charset="0"/>
              <a:ea typeface="ＭＳ Ｐゴシック" charset="0"/>
              <a:cs typeface="Playfair Display"/>
            </a:endParaRPr>
          </a:p>
        </p:txBody>
      </p:sp>
      <p:pic>
        <p:nvPicPr>
          <p:cNvPr id="13" name="Picture 12">
            <a:extLst>
              <a:ext uri="{FF2B5EF4-FFF2-40B4-BE49-F238E27FC236}">
                <a16:creationId xmlns:a16="http://schemas.microsoft.com/office/drawing/2014/main" id="{432A6D4B-382C-5C68-3C64-26E14200A155}"/>
              </a:ext>
            </a:extLst>
          </p:cNvPr>
          <p:cNvPicPr>
            <a:picLocks noChangeAspect="1"/>
          </p:cNvPicPr>
          <p:nvPr userDrawn="1"/>
        </p:nvPicPr>
        <p:blipFill rotWithShape="1">
          <a:blip r:embed="rId2"/>
          <a:srcRect t="13833"/>
          <a:stretch/>
        </p:blipFill>
        <p:spPr>
          <a:xfrm>
            <a:off x="0" y="0"/>
            <a:ext cx="2207505" cy="997630"/>
          </a:xfrm>
          <a:prstGeom prst="rect">
            <a:avLst/>
          </a:prstGeom>
        </p:spPr>
      </p:pic>
    </p:spTree>
    <p:extLst>
      <p:ext uri="{BB962C8B-B14F-4D97-AF65-F5344CB8AC3E}">
        <p14:creationId xmlns:p14="http://schemas.microsoft.com/office/powerpoint/2010/main" val="4159531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813" y="1258282"/>
            <a:ext cx="11842377" cy="4918680"/>
          </a:xfrm>
          <a:ln>
            <a:noFill/>
          </a:ln>
        </p:spPr>
        <p:txBody>
          <a:bodyPr/>
          <a:lstStyle>
            <a:lvl1pPr>
              <a:defRPr>
                <a:solidFill>
                  <a:srgbClr val="002060"/>
                </a:solidFill>
                <a:latin typeface="Bookman Old Style" panose="02050604050505020204" pitchFamily="18" charset="0"/>
              </a:defRPr>
            </a:lvl1pPr>
            <a:lvl2pPr>
              <a:defRPr>
                <a:latin typeface="Bookman Old Style" panose="02050604050505020204" pitchFamily="18" charset="0"/>
              </a:defRPr>
            </a:lvl2pPr>
            <a:lvl3pPr>
              <a:defRPr>
                <a:solidFill>
                  <a:srgbClr val="002060"/>
                </a:solidFill>
                <a:latin typeface="Bookman Old Style" panose="02050604050505020204" pitchFamily="18" charset="0"/>
              </a:defRPr>
            </a:lvl3pPr>
            <a:lvl4pPr>
              <a:defRPr>
                <a:solidFill>
                  <a:srgbClr val="002060"/>
                </a:solidFill>
                <a:latin typeface="Bookman Old Style" panose="02050604050505020204" pitchFamily="18" charset="0"/>
              </a:defRPr>
            </a:lvl4pPr>
            <a:lvl5pPr>
              <a:defRPr>
                <a:solidFill>
                  <a:srgbClr val="002060"/>
                </a:solidFill>
                <a:latin typeface="Bookman Old Style" panose="020506040505050202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object 7"/>
          <p:cNvSpPr txBox="1"/>
          <p:nvPr userDrawn="1"/>
        </p:nvSpPr>
        <p:spPr>
          <a:xfrm>
            <a:off x="5055596" y="6405140"/>
            <a:ext cx="2080806"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sp>
        <p:nvSpPr>
          <p:cNvPr id="9" name="Date Placeholder 8"/>
          <p:cNvSpPr>
            <a:spLocks noGrp="1"/>
          </p:cNvSpPr>
          <p:nvPr>
            <p:ph type="dt" sz="half" idx="10"/>
          </p:nvPr>
        </p:nvSpPr>
        <p:spPr>
          <a:xfrm>
            <a:off x="174812" y="6347205"/>
            <a:ext cx="2743200" cy="365125"/>
          </a:xfrm>
        </p:spPr>
        <p:txBody>
          <a:bodyPr/>
          <a:lstStyle>
            <a:lvl1pPr>
              <a:defRPr b="1">
                <a:solidFill>
                  <a:srgbClr val="002060"/>
                </a:solidFill>
                <a:latin typeface="Bookman Old Style" panose="02050604050505020204" pitchFamily="18" charset="0"/>
              </a:defRPr>
            </a:lvl1pPr>
          </a:lstStyle>
          <a:p>
            <a:pPr algn="ctr"/>
            <a:fld id="{6BA3F8B8-C75C-44FF-9C37-B9B69285372F}" type="datetime2">
              <a:rPr lang="en-IN" smtClean="0"/>
              <a:t>Tuesday, 03 February 2026</a:t>
            </a:fld>
            <a:endParaRPr lang="en-IN" dirty="0"/>
          </a:p>
        </p:txBody>
      </p:sp>
      <p:sp>
        <p:nvSpPr>
          <p:cNvPr id="16" name="Slide Number Placeholder 15"/>
          <p:cNvSpPr>
            <a:spLocks noGrp="1"/>
          </p:cNvSpPr>
          <p:nvPr>
            <p:ph type="sldNum" sz="quarter" idx="12"/>
          </p:nvPr>
        </p:nvSpPr>
        <p:spPr>
          <a:xfrm>
            <a:off x="9273988" y="6347205"/>
            <a:ext cx="2743200" cy="365125"/>
          </a:xfrm>
        </p:spPr>
        <p:txBody>
          <a:bodyPr/>
          <a:lstStyle>
            <a:lvl1pPr>
              <a:defRPr b="1">
                <a:solidFill>
                  <a:srgbClr val="002060"/>
                </a:solidFill>
                <a:latin typeface="Bookman Old Style" panose="02050604050505020204" pitchFamily="18" charset="0"/>
              </a:defRPr>
            </a:lvl1pPr>
          </a:lstStyle>
          <a:p>
            <a:fld id="{9BA15CD2-76D6-4EFE-91D9-7087332E3318}" type="slidenum">
              <a:rPr lang="en-IN" smtClean="0"/>
              <a:pPr/>
              <a:t>‹#›</a:t>
            </a:fld>
            <a:endParaRPr lang="en-IN" dirty="0"/>
          </a:p>
        </p:txBody>
      </p:sp>
      <p:pic>
        <p:nvPicPr>
          <p:cNvPr id="5" name="Picture 4">
            <a:extLst>
              <a:ext uri="{FF2B5EF4-FFF2-40B4-BE49-F238E27FC236}">
                <a16:creationId xmlns:a16="http://schemas.microsoft.com/office/drawing/2014/main" id="{F054BB44-0752-FBF4-85E9-6BB716BF441F}"/>
              </a:ext>
            </a:extLst>
          </p:cNvPr>
          <p:cNvPicPr>
            <a:picLocks noChangeAspect="1"/>
          </p:cNvPicPr>
          <p:nvPr userDrawn="1"/>
        </p:nvPicPr>
        <p:blipFill rotWithShape="1">
          <a:blip r:embed="rId2"/>
          <a:srcRect t="13833"/>
          <a:stretch/>
        </p:blipFill>
        <p:spPr>
          <a:xfrm>
            <a:off x="-1" y="76427"/>
            <a:ext cx="2207505" cy="997630"/>
          </a:xfrm>
          <a:prstGeom prst="rect">
            <a:avLst/>
          </a:prstGeom>
        </p:spPr>
      </p:pic>
    </p:spTree>
    <p:extLst>
      <p:ext uri="{BB962C8B-B14F-4D97-AF65-F5344CB8AC3E}">
        <p14:creationId xmlns:p14="http://schemas.microsoft.com/office/powerpoint/2010/main" val="1273647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8942" y="1258282"/>
            <a:ext cx="5750859" cy="4918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2" y="1258280"/>
            <a:ext cx="5795682" cy="4918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p:cNvSpPr>
            <a:spLocks noGrp="1"/>
          </p:cNvSpPr>
          <p:nvPr>
            <p:ph type="dt" sz="half" idx="10"/>
          </p:nvPr>
        </p:nvSpPr>
        <p:spPr>
          <a:xfrm>
            <a:off x="268940" y="6356350"/>
            <a:ext cx="2743200" cy="365125"/>
          </a:xfrm>
        </p:spPr>
        <p:txBody>
          <a:bodyPr/>
          <a:lstStyle/>
          <a:p>
            <a:fld id="{1B8ABF7C-0B56-4C7F-B575-109DA1438369}" type="datetime2">
              <a:rPr lang="en-IN" smtClean="0"/>
              <a:t>Tuesday, 03 February 2026</a:t>
            </a:fld>
            <a:endParaRPr lang="en-IN"/>
          </a:p>
        </p:txBody>
      </p:sp>
      <p:sp>
        <p:nvSpPr>
          <p:cNvPr id="7" name="Slide Number Placeholder 6"/>
          <p:cNvSpPr>
            <a:spLocks noGrp="1"/>
          </p:cNvSpPr>
          <p:nvPr>
            <p:ph type="sldNum" sz="quarter" idx="12"/>
          </p:nvPr>
        </p:nvSpPr>
        <p:spPr>
          <a:xfrm>
            <a:off x="9224683" y="6356350"/>
            <a:ext cx="2743200" cy="365125"/>
          </a:xfrm>
        </p:spPr>
        <p:txBody>
          <a:bodyPr/>
          <a:lstStyle/>
          <a:p>
            <a:fld id="{9BA15CD2-76D6-4EFE-91D9-7087332E3318}" type="slidenum">
              <a:rPr lang="en-IN" smtClean="0"/>
              <a:t>‹#›</a:t>
            </a:fld>
            <a:endParaRPr lang="en-IN"/>
          </a:p>
        </p:txBody>
      </p:sp>
      <p:grpSp>
        <p:nvGrpSpPr>
          <p:cNvPr id="12" name="Group 11"/>
          <p:cNvGrpSpPr/>
          <p:nvPr userDrawn="1"/>
        </p:nvGrpSpPr>
        <p:grpSpPr>
          <a:xfrm>
            <a:off x="4862837" y="6212514"/>
            <a:ext cx="2313924" cy="600635"/>
            <a:chOff x="9682912" y="8965"/>
            <a:chExt cx="2402541" cy="600635"/>
          </a:xfrm>
        </p:grpSpPr>
        <p:sp>
          <p:nvSpPr>
            <p:cNvPr id="13" name="Rounded Rectangle 12"/>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4"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pic>
        <p:nvPicPr>
          <p:cNvPr id="2" name="Picture 1">
            <a:extLst>
              <a:ext uri="{FF2B5EF4-FFF2-40B4-BE49-F238E27FC236}">
                <a16:creationId xmlns:a16="http://schemas.microsoft.com/office/drawing/2014/main" id="{D279472C-35DE-C259-8137-352893A9BE1E}"/>
              </a:ext>
            </a:extLst>
          </p:cNvPr>
          <p:cNvPicPr>
            <a:picLocks noChangeAspect="1"/>
          </p:cNvPicPr>
          <p:nvPr userDrawn="1"/>
        </p:nvPicPr>
        <p:blipFill rotWithShape="1">
          <a:blip r:embed="rId2"/>
          <a:srcRect t="13833"/>
          <a:stretch/>
        </p:blipFill>
        <p:spPr>
          <a:xfrm>
            <a:off x="224117" y="81266"/>
            <a:ext cx="2207505" cy="997630"/>
          </a:xfrm>
          <a:prstGeom prst="rect">
            <a:avLst/>
          </a:prstGeom>
        </p:spPr>
      </p:pic>
    </p:spTree>
    <p:extLst>
      <p:ext uri="{BB962C8B-B14F-4D97-AF65-F5344CB8AC3E}">
        <p14:creationId xmlns:p14="http://schemas.microsoft.com/office/powerpoint/2010/main" val="115310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normAutofit/>
          </a:bodyPr>
          <a:lstStyle>
            <a:lvl1pPr>
              <a:defRPr sz="5400">
                <a:solidFill>
                  <a:srgbClr val="C00000"/>
                </a:solidFill>
                <a:latin typeface="Bookman Old Style" panose="02050604050505020204" pitchFamily="18" charset="0"/>
              </a:defRPr>
            </a:lvl1pPr>
          </a:lstStyle>
          <a:p>
            <a:r>
              <a:rPr lang="en-US" dirty="0"/>
              <a:t>Click to edit Master title style</a:t>
            </a:r>
            <a:endParaRPr lang="en-IN"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rgbClr val="002060"/>
                </a:solidFill>
                <a:latin typeface="Bookman Old Style" panose="020506040505050202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3E121CB2-2EF3-47E5-83C4-07D8FF657D5A}" type="datetime2">
              <a:rPr lang="en-IN" smtClean="0"/>
              <a:t>Tuesday, 03 February 2026</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grpSp>
        <p:nvGrpSpPr>
          <p:cNvPr id="12" name="Group 11"/>
          <p:cNvGrpSpPr/>
          <p:nvPr userDrawn="1"/>
        </p:nvGrpSpPr>
        <p:grpSpPr>
          <a:xfrm>
            <a:off x="9842217" y="17838"/>
            <a:ext cx="2313924" cy="600635"/>
            <a:chOff x="9682912" y="8965"/>
            <a:chExt cx="2402541" cy="600635"/>
          </a:xfrm>
        </p:grpSpPr>
        <p:sp>
          <p:nvSpPr>
            <p:cNvPr id="13" name="Rounded Rectangle 12"/>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4"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72407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0" name="Group 9"/>
          <p:cNvGrpSpPr/>
          <p:nvPr userDrawn="1"/>
        </p:nvGrpSpPr>
        <p:grpSpPr>
          <a:xfrm>
            <a:off x="-35002" y="0"/>
            <a:ext cx="12191145" cy="6858000"/>
            <a:chOff x="-35003" y="-1"/>
            <a:chExt cx="12191144" cy="6858000"/>
          </a:xfrm>
        </p:grpSpPr>
        <p:sp>
          <p:nvSpPr>
            <p:cNvPr id="11" name="Rectangle 10"/>
            <p:cNvSpPr/>
            <p:nvPr userDrawn="1"/>
          </p:nvSpPr>
          <p:spPr>
            <a:xfrm>
              <a:off x="-35003" y="-1"/>
              <a:ext cx="12191144"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grpSp>
          <p:nvGrpSpPr>
            <p:cNvPr id="12" name="Group 11"/>
            <p:cNvGrpSpPr/>
            <p:nvPr userDrawn="1"/>
          </p:nvGrpSpPr>
          <p:grpSpPr>
            <a:xfrm>
              <a:off x="0" y="-1"/>
              <a:ext cx="1174375" cy="932329"/>
              <a:chOff x="1" y="0"/>
              <a:chExt cx="995082" cy="663388"/>
            </a:xfrm>
          </p:grpSpPr>
          <p:sp>
            <p:nvSpPr>
              <p:cNvPr id="13"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4"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sp>
        <p:nvSpPr>
          <p:cNvPr id="2" name="Title 1"/>
          <p:cNvSpPr>
            <a:spLocks noGrp="1"/>
          </p:cNvSpPr>
          <p:nvPr>
            <p:ph type="title"/>
          </p:nvPr>
        </p:nvSpPr>
        <p:spPr>
          <a:xfrm>
            <a:off x="839789"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E72AF35-25D4-42D1-A380-D94D58C90ED6}" type="datetime2">
              <a:rPr lang="en-IN" smtClean="0"/>
              <a:t>Tuesday, 03 February 2026</a:t>
            </a:fld>
            <a:endParaRPr lang="en-IN"/>
          </a:p>
        </p:txBody>
      </p:sp>
      <p:sp>
        <p:nvSpPr>
          <p:cNvPr id="8" name="Footer Placeholder 7"/>
          <p:cNvSpPr>
            <a:spLocks noGrp="1"/>
          </p:cNvSpPr>
          <p:nvPr>
            <p:ph type="ftr" sz="quarter" idx="11"/>
          </p:nvPr>
        </p:nvSpPr>
        <p:spPr/>
        <p:txBody>
          <a:bodyPr/>
          <a:lstStyle>
            <a:lvl1pPr>
              <a:defRPr b="1">
                <a:solidFill>
                  <a:srgbClr val="C00000"/>
                </a:solidFill>
                <a:latin typeface="Bookman Old Style" panose="02050604050505020204" pitchFamily="18" charset="0"/>
              </a:defRPr>
            </a:lvl1pPr>
          </a:lstStyle>
          <a:p>
            <a:r>
              <a:rPr lang="en-GB" dirty="0"/>
              <a:t>RV COLLEGE OF ENGINEERING</a:t>
            </a:r>
            <a:endParaRPr lang="en-IN" dirty="0"/>
          </a:p>
        </p:txBody>
      </p:sp>
      <p:sp>
        <p:nvSpPr>
          <p:cNvPr id="9" name="Slide Number Placeholder 8"/>
          <p:cNvSpPr>
            <a:spLocks noGrp="1"/>
          </p:cNvSpPr>
          <p:nvPr>
            <p:ph type="sldNum" sz="quarter" idx="12"/>
          </p:nvPr>
        </p:nvSpPr>
        <p:spPr/>
        <p:txBody>
          <a:bodyPr/>
          <a:lstStyle/>
          <a:p>
            <a:fld id="{9BA15CD2-76D6-4EFE-91D9-7087332E3318}" type="slidenum">
              <a:rPr lang="en-IN" smtClean="0"/>
              <a:t>‹#›</a:t>
            </a:fld>
            <a:endParaRPr lang="en-IN"/>
          </a:p>
        </p:txBody>
      </p:sp>
      <p:grpSp>
        <p:nvGrpSpPr>
          <p:cNvPr id="15" name="Group 14"/>
          <p:cNvGrpSpPr/>
          <p:nvPr userDrawn="1"/>
        </p:nvGrpSpPr>
        <p:grpSpPr>
          <a:xfrm>
            <a:off x="9842217" y="17838"/>
            <a:ext cx="2313924" cy="600635"/>
            <a:chOff x="9682912" y="8965"/>
            <a:chExt cx="2402541" cy="600635"/>
          </a:xfrm>
        </p:grpSpPr>
        <p:sp>
          <p:nvSpPr>
            <p:cNvPr id="16" name="Rounded Rectangle 15"/>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7"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2192387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userDrawn="1"/>
        </p:nvSpPr>
        <p:spPr>
          <a:xfrm>
            <a:off x="856" y="0"/>
            <a:ext cx="12191145"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0974DEC-F31F-442A-AF7E-39FCF65F09EF}" type="datetime2">
              <a:rPr lang="en-IN" smtClean="0"/>
              <a:t>Tuesday, 03 February 2026</a:t>
            </a:fld>
            <a:endParaRPr lang="en-IN"/>
          </a:p>
        </p:txBody>
      </p:sp>
      <p:sp>
        <p:nvSpPr>
          <p:cNvPr id="4" name="Footer Placeholder 3"/>
          <p:cNvSpPr>
            <a:spLocks noGrp="1"/>
          </p:cNvSpPr>
          <p:nvPr>
            <p:ph type="ftr" sz="quarter" idx="11"/>
          </p:nvPr>
        </p:nvSpPr>
        <p:spPr/>
        <p:txBody>
          <a:bodyPr/>
          <a:lstStyle/>
          <a:p>
            <a:r>
              <a:rPr lang="en-IN"/>
              <a:t>RV COLLEGE OF ENGINEERING</a:t>
            </a:r>
          </a:p>
        </p:txBody>
      </p:sp>
      <p:sp>
        <p:nvSpPr>
          <p:cNvPr id="5" name="Slide Number Placeholder 4"/>
          <p:cNvSpPr>
            <a:spLocks noGrp="1"/>
          </p:cNvSpPr>
          <p:nvPr>
            <p:ph type="sldNum" sz="quarter" idx="12"/>
          </p:nvPr>
        </p:nvSpPr>
        <p:spPr/>
        <p:txBody>
          <a:bodyPr/>
          <a:lstStyle/>
          <a:p>
            <a:fld id="{9BA15CD2-76D6-4EFE-91D9-7087332E3318}" type="slidenum">
              <a:rPr lang="en-IN" smtClean="0"/>
              <a:t>‹#›</a:t>
            </a:fld>
            <a:endParaRPr lang="en-IN"/>
          </a:p>
        </p:txBody>
      </p:sp>
      <p:grpSp>
        <p:nvGrpSpPr>
          <p:cNvPr id="7" name="Group 6"/>
          <p:cNvGrpSpPr/>
          <p:nvPr userDrawn="1"/>
        </p:nvGrpSpPr>
        <p:grpSpPr>
          <a:xfrm>
            <a:off x="0" y="1"/>
            <a:ext cx="1174375" cy="932329"/>
            <a:chOff x="1" y="0"/>
            <a:chExt cx="995082" cy="663388"/>
          </a:xfrm>
        </p:grpSpPr>
        <p:sp>
          <p:nvSpPr>
            <p:cNvPr id="8"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9"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nvGrpSpPr>
          <p:cNvPr id="10" name="Group 9"/>
          <p:cNvGrpSpPr/>
          <p:nvPr userDrawn="1"/>
        </p:nvGrpSpPr>
        <p:grpSpPr>
          <a:xfrm>
            <a:off x="9842217" y="17838"/>
            <a:ext cx="2313924" cy="600635"/>
            <a:chOff x="9682912" y="8965"/>
            <a:chExt cx="2402541" cy="600635"/>
          </a:xfrm>
        </p:grpSpPr>
        <p:sp>
          <p:nvSpPr>
            <p:cNvPr id="11" name="Rounded Rectangle 10"/>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2"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44950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856" y="0"/>
            <a:ext cx="12191145"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sp>
        <p:nvSpPr>
          <p:cNvPr id="2" name="Date Placeholder 1"/>
          <p:cNvSpPr>
            <a:spLocks noGrp="1"/>
          </p:cNvSpPr>
          <p:nvPr>
            <p:ph type="dt" sz="half" idx="10"/>
          </p:nvPr>
        </p:nvSpPr>
        <p:spPr/>
        <p:txBody>
          <a:bodyPr/>
          <a:lstStyle/>
          <a:p>
            <a:fld id="{664BAEB3-0664-49E1-9FE0-BA29E4444757}" type="datetime2">
              <a:rPr lang="en-IN" smtClean="0"/>
              <a:t>Tuesday, 03 February 2026</a:t>
            </a:fld>
            <a:endParaRPr lang="en-IN"/>
          </a:p>
        </p:txBody>
      </p:sp>
      <p:sp>
        <p:nvSpPr>
          <p:cNvPr id="3" name="Footer Placeholder 2"/>
          <p:cNvSpPr>
            <a:spLocks noGrp="1"/>
          </p:cNvSpPr>
          <p:nvPr>
            <p:ph type="ftr" sz="quarter" idx="11"/>
          </p:nvPr>
        </p:nvSpPr>
        <p:spPr/>
        <p:txBody>
          <a:bodyPr/>
          <a:lstStyle/>
          <a:p>
            <a:r>
              <a:rPr lang="en-IN"/>
              <a:t>RV COLLEGE OF ENGINEERING</a:t>
            </a:r>
          </a:p>
        </p:txBody>
      </p:sp>
      <p:sp>
        <p:nvSpPr>
          <p:cNvPr id="4" name="Slide Number Placeholder 3"/>
          <p:cNvSpPr>
            <a:spLocks noGrp="1"/>
          </p:cNvSpPr>
          <p:nvPr>
            <p:ph type="sldNum" sz="quarter" idx="12"/>
          </p:nvPr>
        </p:nvSpPr>
        <p:spPr/>
        <p:txBody>
          <a:bodyPr/>
          <a:lstStyle/>
          <a:p>
            <a:fld id="{9BA15CD2-76D6-4EFE-91D9-7087332E3318}" type="slidenum">
              <a:rPr lang="en-IN" smtClean="0"/>
              <a:t>‹#›</a:t>
            </a:fld>
            <a:endParaRPr lang="en-IN"/>
          </a:p>
        </p:txBody>
      </p:sp>
      <p:grpSp>
        <p:nvGrpSpPr>
          <p:cNvPr id="6" name="Group 5"/>
          <p:cNvGrpSpPr/>
          <p:nvPr userDrawn="1"/>
        </p:nvGrpSpPr>
        <p:grpSpPr>
          <a:xfrm>
            <a:off x="9842217" y="17838"/>
            <a:ext cx="2313924" cy="600635"/>
            <a:chOff x="9682912" y="8965"/>
            <a:chExt cx="2402541" cy="600635"/>
          </a:xfrm>
        </p:grpSpPr>
        <p:sp>
          <p:nvSpPr>
            <p:cNvPr id="7" name="Rounded Rectangle 6"/>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8"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grpSp>
        <p:nvGrpSpPr>
          <p:cNvPr id="9" name="Group 8"/>
          <p:cNvGrpSpPr/>
          <p:nvPr userDrawn="1"/>
        </p:nvGrpSpPr>
        <p:grpSpPr>
          <a:xfrm>
            <a:off x="0" y="1"/>
            <a:ext cx="1174375" cy="932329"/>
            <a:chOff x="1" y="0"/>
            <a:chExt cx="995082" cy="663388"/>
          </a:xfrm>
        </p:grpSpPr>
        <p:sp>
          <p:nvSpPr>
            <p:cNvPr id="10"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1"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51096" y="1605964"/>
            <a:ext cx="5889812" cy="3646074"/>
          </a:xfrm>
          <a:prstGeom prst="rect">
            <a:avLst/>
          </a:prstGeom>
        </p:spPr>
      </p:pic>
    </p:spTree>
    <p:extLst>
      <p:ext uri="{BB962C8B-B14F-4D97-AF65-F5344CB8AC3E}">
        <p14:creationId xmlns:p14="http://schemas.microsoft.com/office/powerpoint/2010/main" val="339075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p:cNvGrpSpPr/>
          <p:nvPr userDrawn="1"/>
        </p:nvGrpSpPr>
        <p:grpSpPr>
          <a:xfrm>
            <a:off x="-35002" y="0"/>
            <a:ext cx="12191145" cy="6858000"/>
            <a:chOff x="-35003" y="-1"/>
            <a:chExt cx="12191144" cy="6858000"/>
          </a:xfrm>
        </p:grpSpPr>
        <p:sp>
          <p:nvSpPr>
            <p:cNvPr id="9" name="Rectangle 8"/>
            <p:cNvSpPr/>
            <p:nvPr userDrawn="1"/>
          </p:nvSpPr>
          <p:spPr>
            <a:xfrm>
              <a:off x="-35003" y="-1"/>
              <a:ext cx="12191144"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grpSp>
          <p:nvGrpSpPr>
            <p:cNvPr id="10" name="Group 9"/>
            <p:cNvGrpSpPr/>
            <p:nvPr userDrawn="1"/>
          </p:nvGrpSpPr>
          <p:grpSpPr>
            <a:xfrm>
              <a:off x="0" y="-1"/>
              <a:ext cx="1174375" cy="932329"/>
              <a:chOff x="1" y="0"/>
              <a:chExt cx="995082" cy="663388"/>
            </a:xfrm>
          </p:grpSpPr>
          <p:sp>
            <p:nvSpPr>
              <p:cNvPr id="11"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2"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F77AC3-F117-417D-9C17-587E6F3BE300}" type="datetime2">
              <a:rPr lang="en-IN" smtClean="0"/>
              <a:t>Tuesday, 03 February 2026</a:t>
            </a:fld>
            <a:endParaRPr lang="en-IN"/>
          </a:p>
        </p:txBody>
      </p:sp>
      <p:sp>
        <p:nvSpPr>
          <p:cNvPr id="6" name="Footer Placeholder 5"/>
          <p:cNvSpPr>
            <a:spLocks noGrp="1"/>
          </p:cNvSpPr>
          <p:nvPr>
            <p:ph type="ftr" sz="quarter" idx="11"/>
          </p:nvPr>
        </p:nvSpPr>
        <p:spPr/>
        <p:txBody>
          <a:bodyPr/>
          <a:lstStyle/>
          <a:p>
            <a:r>
              <a:rPr lang="en-IN"/>
              <a:t>RV COLLEGE OF ENGINEERING</a:t>
            </a:r>
          </a:p>
        </p:txBody>
      </p:sp>
      <p:sp>
        <p:nvSpPr>
          <p:cNvPr id="7" name="Slide Number Placeholder 6"/>
          <p:cNvSpPr>
            <a:spLocks noGrp="1"/>
          </p:cNvSpPr>
          <p:nvPr>
            <p:ph type="sldNum" sz="quarter" idx="12"/>
          </p:nvPr>
        </p:nvSpPr>
        <p:spPr/>
        <p:txBody>
          <a:bodyPr/>
          <a:lstStyle/>
          <a:p>
            <a:fld id="{9BA15CD2-76D6-4EFE-91D9-7087332E3318}" type="slidenum">
              <a:rPr lang="en-IN" smtClean="0"/>
              <a:t>‹#›</a:t>
            </a:fld>
            <a:endParaRPr lang="en-IN"/>
          </a:p>
        </p:txBody>
      </p:sp>
      <p:grpSp>
        <p:nvGrpSpPr>
          <p:cNvPr id="13" name="Group 12"/>
          <p:cNvGrpSpPr/>
          <p:nvPr userDrawn="1"/>
        </p:nvGrpSpPr>
        <p:grpSpPr>
          <a:xfrm>
            <a:off x="9842217" y="17838"/>
            <a:ext cx="2313924" cy="600635"/>
            <a:chOff x="9682912" y="8965"/>
            <a:chExt cx="2402541" cy="600635"/>
          </a:xfrm>
        </p:grpSpPr>
        <p:sp>
          <p:nvSpPr>
            <p:cNvPr id="14" name="Rounded Rectangle 13"/>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5"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986681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51A392-D277-4C60-80CA-4155BF24A22F}" type="datetime2">
              <a:rPr lang="en-IN" smtClean="0"/>
              <a:t>Tuesday, 03 February 2026</a:t>
            </a:fld>
            <a:endParaRPr lang="en-IN"/>
          </a:p>
        </p:txBody>
      </p:sp>
      <p:sp>
        <p:nvSpPr>
          <p:cNvPr id="6" name="Footer Placeholder 5"/>
          <p:cNvSpPr>
            <a:spLocks noGrp="1"/>
          </p:cNvSpPr>
          <p:nvPr>
            <p:ph type="ftr" sz="quarter" idx="11"/>
          </p:nvPr>
        </p:nvSpPr>
        <p:spPr/>
        <p:txBody>
          <a:bodyPr/>
          <a:lstStyle/>
          <a:p>
            <a:r>
              <a:rPr lang="en-IN"/>
              <a:t>RV COLLEGE OF ENGINEERING</a:t>
            </a:r>
          </a:p>
        </p:txBody>
      </p:sp>
      <p:sp>
        <p:nvSpPr>
          <p:cNvPr id="7" name="Slide Number Placeholder 6"/>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71507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57930-B2AB-48F5-8AD5-4A9179262E34}" type="datetime2">
              <a:rPr lang="en-IN" smtClean="0"/>
              <a:t>Tuesday, 03 February 2026</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3216580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20EB2B-9CFC-43E8-806F-531A6B6EF1FD}" type="datetime2">
              <a:rPr lang="en-IN" smtClean="0"/>
              <a:t>Tuesday, 03 February 2026</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1216403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0449F-E26E-4CC2-B153-3EB375A0CF11}" type="datetime2">
              <a:rPr lang="en-IN" smtClean="0"/>
              <a:t>Tuesday, 03 February 2026</a:t>
            </a:fld>
            <a:endParaRPr lang="en-IN"/>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RV COLLEGE OF ENGINEERING</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A15CD2-76D6-4EFE-91D9-7087332E3318}" type="slidenum">
              <a:rPr lang="en-IN" smtClean="0"/>
              <a:t>‹#›</a:t>
            </a:fld>
            <a:endParaRPr lang="en-IN"/>
          </a:p>
        </p:txBody>
      </p:sp>
    </p:spTree>
    <p:extLst>
      <p:ext uri="{BB962C8B-B14F-4D97-AF65-F5344CB8AC3E}">
        <p14:creationId xmlns:p14="http://schemas.microsoft.com/office/powerpoint/2010/main" val="362659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2F227B2-6E6E-A65E-A828-6F23B8D5E0AD}"/>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4C9311E5-35F6-67F8-BA96-85A5A20D3355}"/>
              </a:ext>
            </a:extLst>
          </p:cNvPr>
          <p:cNvSpPr>
            <a:spLocks noGrp="1"/>
          </p:cNvSpPr>
          <p:nvPr>
            <p:ph type="sldNum" sz="quarter" idx="12"/>
          </p:nvPr>
        </p:nvSpPr>
        <p:spPr/>
        <p:txBody>
          <a:bodyPr/>
          <a:lstStyle/>
          <a:p>
            <a:fld id="{9BA15CD2-76D6-4EFE-91D9-7087332E3318}" type="slidenum">
              <a:rPr lang="en-IN" smtClean="0"/>
              <a:pPr/>
              <a:t>1</a:t>
            </a:fld>
            <a:endParaRPr lang="en-IN" dirty="0"/>
          </a:p>
        </p:txBody>
      </p:sp>
      <p:pic>
        <p:nvPicPr>
          <p:cNvPr id="7" name="Content Placeholder 6" descr="A building with a roof&#10;&#10;Description automatically generated">
            <a:extLst>
              <a:ext uri="{FF2B5EF4-FFF2-40B4-BE49-F238E27FC236}">
                <a16:creationId xmlns:a16="http://schemas.microsoft.com/office/drawing/2014/main" id="{4FFF1151-EB75-7914-B2AB-B16B6A02070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83181" y="876093"/>
            <a:ext cx="11421075" cy="370595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47401447-E36D-D6F9-70CD-9802DA9AD004}"/>
              </a:ext>
            </a:extLst>
          </p:cNvPr>
          <p:cNvSpPr/>
          <p:nvPr/>
        </p:nvSpPr>
        <p:spPr>
          <a:xfrm>
            <a:off x="383181" y="4667448"/>
            <a:ext cx="11493908" cy="818932"/>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3600" b="1" dirty="0">
                <a:solidFill>
                  <a:schemeClr val="bg1"/>
                </a:solidFill>
                <a:latin typeface="Bookman Old Style" panose="02050604050505020204" pitchFamily="18" charset="0"/>
                <a:cs typeface="Arial" panose="020B0604020202020204" pitchFamily="34" charset="0"/>
              </a:rPr>
              <a:t>AI-Driven Battery Saver Kernel Module</a:t>
            </a:r>
            <a:endParaRPr lang="en-IN" sz="3600" b="1" dirty="0">
              <a:solidFill>
                <a:schemeClr val="bg1"/>
              </a:solidFill>
              <a:latin typeface="Bookman Old Style" panose="02050604050505020204" pitchFamily="18" charset="0"/>
              <a:cs typeface="Arial" panose="020B0604020202020204" pitchFamily="34" charset="0"/>
            </a:endParaRPr>
          </a:p>
        </p:txBody>
      </p:sp>
      <p:sp>
        <p:nvSpPr>
          <p:cNvPr id="5" name="Rectangle: Rounded Corners 4">
            <a:extLst>
              <a:ext uri="{FF2B5EF4-FFF2-40B4-BE49-F238E27FC236}">
                <a16:creationId xmlns:a16="http://schemas.microsoft.com/office/drawing/2014/main" id="{77A37955-BAA7-19BA-87D6-FF8F14DFAEF6}"/>
              </a:ext>
            </a:extLst>
          </p:cNvPr>
          <p:cNvSpPr/>
          <p:nvPr/>
        </p:nvSpPr>
        <p:spPr>
          <a:xfrm>
            <a:off x="383181" y="5572441"/>
            <a:ext cx="11493908" cy="818932"/>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600" b="1" dirty="0">
              <a:solidFill>
                <a:schemeClr val="bg1"/>
              </a:solidFill>
              <a:latin typeface="Bookman Old Style" panose="02050604050505020204" pitchFamily="18" charset="0"/>
              <a:cs typeface="Arial" panose="020B0604020202020204" pitchFamily="34" charset="0"/>
            </a:endParaRPr>
          </a:p>
          <a:p>
            <a:pPr algn="ctr"/>
            <a:r>
              <a:rPr lang="en-IN" sz="3600" b="1" dirty="0">
                <a:solidFill>
                  <a:schemeClr val="bg1"/>
                </a:solidFill>
                <a:latin typeface="Bookman Old Style" panose="02050604050505020204" pitchFamily="18" charset="0"/>
                <a:cs typeface="Arial" panose="020B0604020202020204" pitchFamily="34" charset="0"/>
              </a:rPr>
              <a:t>Operating System – CS235AI</a:t>
            </a:r>
          </a:p>
          <a:p>
            <a:pPr algn="ctr"/>
            <a:endParaRPr lang="en-IN" sz="3600" b="1" dirty="0">
              <a:solidFill>
                <a:schemeClr val="bg1"/>
              </a:solidFill>
              <a:latin typeface="Bookman Old Style" panose="02050604050505020204" pitchFamily="18" charset="0"/>
              <a:cs typeface="Arial" panose="020B0604020202020204" pitchFamily="34" charset="0"/>
            </a:endParaRPr>
          </a:p>
        </p:txBody>
      </p:sp>
    </p:spTree>
    <p:extLst>
      <p:ext uri="{BB962C8B-B14F-4D97-AF65-F5344CB8AC3E}">
        <p14:creationId xmlns:p14="http://schemas.microsoft.com/office/powerpoint/2010/main" val="309214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6889F6E-2644-470A-09AE-09617FF74D5A}"/>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C7811D0B-A497-CCEB-18F3-DF0DC6D1628D}"/>
              </a:ext>
            </a:extLst>
          </p:cNvPr>
          <p:cNvSpPr>
            <a:spLocks noGrp="1"/>
          </p:cNvSpPr>
          <p:nvPr>
            <p:ph type="sldNum" sz="quarter" idx="12"/>
          </p:nvPr>
        </p:nvSpPr>
        <p:spPr/>
        <p:txBody>
          <a:bodyPr/>
          <a:lstStyle/>
          <a:p>
            <a:fld id="{9BA15CD2-76D6-4EFE-91D9-7087332E3318}" type="slidenum">
              <a:rPr lang="en-IN" smtClean="0"/>
              <a:pPr/>
              <a:t>2</a:t>
            </a:fld>
            <a:endParaRPr lang="en-IN" dirty="0"/>
          </a:p>
        </p:txBody>
      </p:sp>
      <p:sp>
        <p:nvSpPr>
          <p:cNvPr id="6" name="Title 1">
            <a:extLst>
              <a:ext uri="{FF2B5EF4-FFF2-40B4-BE49-F238E27FC236}">
                <a16:creationId xmlns:a16="http://schemas.microsoft.com/office/drawing/2014/main" id="{77D65D47-7027-ADE3-D340-A4D5404FDE4B}"/>
              </a:ext>
            </a:extLst>
          </p:cNvPr>
          <p:cNvSpPr txBox="1">
            <a:spLocks/>
          </p:cNvSpPr>
          <p:nvPr/>
        </p:nvSpPr>
        <p:spPr>
          <a:xfrm>
            <a:off x="1839424" y="214671"/>
            <a:ext cx="9535245" cy="824653"/>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600" dirty="0"/>
              <a:t>AI Driven Battery Saver Kernel Module</a:t>
            </a:r>
            <a:endParaRPr lang="en-IN" sz="3600" dirty="0"/>
          </a:p>
        </p:txBody>
      </p:sp>
      <p:sp>
        <p:nvSpPr>
          <p:cNvPr id="8" name="Title 1">
            <a:extLst>
              <a:ext uri="{FF2B5EF4-FFF2-40B4-BE49-F238E27FC236}">
                <a16:creationId xmlns:a16="http://schemas.microsoft.com/office/drawing/2014/main" id="{4573A078-BA93-071D-8183-CC619DC9A598}"/>
              </a:ext>
            </a:extLst>
          </p:cNvPr>
          <p:cNvSpPr txBox="1">
            <a:spLocks/>
          </p:cNvSpPr>
          <p:nvPr/>
        </p:nvSpPr>
        <p:spPr>
          <a:xfrm>
            <a:off x="2092252" y="4671067"/>
            <a:ext cx="4001246" cy="1676137"/>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IN" sz="2000" dirty="0"/>
          </a:p>
        </p:txBody>
      </p:sp>
      <p:sp>
        <p:nvSpPr>
          <p:cNvPr id="15" name="TextBox 14">
            <a:extLst>
              <a:ext uri="{FF2B5EF4-FFF2-40B4-BE49-F238E27FC236}">
                <a16:creationId xmlns:a16="http://schemas.microsoft.com/office/drawing/2014/main" id="{905788F0-B345-1014-780F-0AEE64FE910E}"/>
              </a:ext>
            </a:extLst>
          </p:cNvPr>
          <p:cNvSpPr txBox="1"/>
          <p:nvPr/>
        </p:nvSpPr>
        <p:spPr>
          <a:xfrm>
            <a:off x="3408215" y="4378199"/>
            <a:ext cx="1415456" cy="523220"/>
          </a:xfrm>
          <a:prstGeom prst="rect">
            <a:avLst/>
          </a:prstGeom>
          <a:noFill/>
        </p:spPr>
        <p:txBody>
          <a:bodyPr wrap="square">
            <a:spAutoFit/>
          </a:bodyPr>
          <a:lstStyle/>
          <a:p>
            <a:pPr algn="ctr"/>
            <a:r>
              <a:rPr lang="en-IN" sz="1400" b="0" i="0" u="none" strike="noStrike" dirty="0">
                <a:solidFill>
                  <a:srgbClr val="000000"/>
                </a:solidFill>
                <a:effectLst/>
                <a:latin typeface="Arial" panose="020B0604020202020204" pitchFamily="34" charset="0"/>
              </a:rPr>
              <a:t>Janya Gupta</a:t>
            </a:r>
          </a:p>
          <a:p>
            <a:pPr algn="ctr"/>
            <a:r>
              <a:rPr lang="en-IN" sz="1400" dirty="0">
                <a:solidFill>
                  <a:srgbClr val="000000"/>
                </a:solidFill>
                <a:latin typeface="Arial" panose="020B0604020202020204" pitchFamily="34" charset="0"/>
              </a:rPr>
              <a:t>1RV24CS107</a:t>
            </a:r>
            <a:endParaRPr lang="en-IN" sz="1400" dirty="0"/>
          </a:p>
        </p:txBody>
      </p:sp>
      <p:sp>
        <p:nvSpPr>
          <p:cNvPr id="9" name="TextBox 8">
            <a:extLst>
              <a:ext uri="{FF2B5EF4-FFF2-40B4-BE49-F238E27FC236}">
                <a16:creationId xmlns:a16="http://schemas.microsoft.com/office/drawing/2014/main" id="{ADCA087A-B204-7FC8-1D11-DCFF6528B392}"/>
              </a:ext>
            </a:extLst>
          </p:cNvPr>
          <p:cNvSpPr txBox="1"/>
          <p:nvPr/>
        </p:nvSpPr>
        <p:spPr>
          <a:xfrm>
            <a:off x="7097416" y="4430564"/>
            <a:ext cx="1561278" cy="523220"/>
          </a:xfrm>
          <a:prstGeom prst="rect">
            <a:avLst/>
          </a:prstGeom>
          <a:noFill/>
        </p:spPr>
        <p:txBody>
          <a:bodyPr wrap="square">
            <a:spAutoFit/>
          </a:bodyPr>
          <a:lstStyle/>
          <a:p>
            <a:pPr algn="ctr"/>
            <a:r>
              <a:rPr lang="en-IN" sz="1400" dirty="0">
                <a:solidFill>
                  <a:srgbClr val="000000"/>
                </a:solidFill>
                <a:latin typeface="Arial" panose="020B0604020202020204" pitchFamily="34" charset="0"/>
              </a:rPr>
              <a:t>Kasvi Gupta</a:t>
            </a:r>
          </a:p>
          <a:p>
            <a:pPr algn="ctr"/>
            <a:r>
              <a:rPr lang="en-IN" sz="1400" dirty="0">
                <a:solidFill>
                  <a:srgbClr val="000000"/>
                </a:solidFill>
                <a:latin typeface="Arial" panose="020B0604020202020204" pitchFamily="34" charset="0"/>
              </a:rPr>
              <a:t>1RV24CS125</a:t>
            </a:r>
          </a:p>
        </p:txBody>
      </p:sp>
      <p:pic>
        <p:nvPicPr>
          <p:cNvPr id="12" name="Picture 11">
            <a:extLst>
              <a:ext uri="{FF2B5EF4-FFF2-40B4-BE49-F238E27FC236}">
                <a16:creationId xmlns:a16="http://schemas.microsoft.com/office/drawing/2014/main" id="{D6AB655E-75ED-0D7D-46A7-8DFDF467BE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0038" y="1768664"/>
            <a:ext cx="2071810" cy="2484255"/>
          </a:xfrm>
          <a:prstGeom prst="rect">
            <a:avLst/>
          </a:prstGeom>
        </p:spPr>
      </p:pic>
      <p:pic>
        <p:nvPicPr>
          <p:cNvPr id="13" name="Picture 12">
            <a:extLst>
              <a:ext uri="{FF2B5EF4-FFF2-40B4-BE49-F238E27FC236}">
                <a16:creationId xmlns:a16="http://schemas.microsoft.com/office/drawing/2014/main" id="{4D839072-DDAE-BF01-80B0-7F13557612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4934" y="1768663"/>
            <a:ext cx="1959630" cy="2484256"/>
          </a:xfrm>
          <a:prstGeom prst="rect">
            <a:avLst/>
          </a:prstGeom>
        </p:spPr>
      </p:pic>
    </p:spTree>
    <p:extLst>
      <p:ext uri="{BB962C8B-B14F-4D97-AF65-F5344CB8AC3E}">
        <p14:creationId xmlns:p14="http://schemas.microsoft.com/office/powerpoint/2010/main" val="1353094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B1C1988-AE0B-88A3-3DF6-11D7B6584DFA}"/>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3B09EF8A-63AB-0729-F7A0-B08D1E293C9B}"/>
              </a:ext>
            </a:extLst>
          </p:cNvPr>
          <p:cNvSpPr>
            <a:spLocks noGrp="1"/>
          </p:cNvSpPr>
          <p:nvPr>
            <p:ph type="sldNum" sz="quarter" idx="12"/>
          </p:nvPr>
        </p:nvSpPr>
        <p:spPr/>
        <p:txBody>
          <a:bodyPr/>
          <a:lstStyle/>
          <a:p>
            <a:fld id="{9BA15CD2-76D6-4EFE-91D9-7087332E3318}" type="slidenum">
              <a:rPr lang="en-IN" smtClean="0"/>
              <a:pPr/>
              <a:t>3</a:t>
            </a:fld>
            <a:endParaRPr lang="en-IN" dirty="0"/>
          </a:p>
        </p:txBody>
      </p:sp>
      <p:sp>
        <p:nvSpPr>
          <p:cNvPr id="6" name="Title 1">
            <a:extLst>
              <a:ext uri="{FF2B5EF4-FFF2-40B4-BE49-F238E27FC236}">
                <a16:creationId xmlns:a16="http://schemas.microsoft.com/office/drawing/2014/main" id="{BEBB7EA9-E087-F494-97C5-06B13A2535A6}"/>
              </a:ext>
            </a:extLst>
          </p:cNvPr>
          <p:cNvSpPr txBox="1">
            <a:spLocks/>
          </p:cNvSpPr>
          <p:nvPr/>
        </p:nvSpPr>
        <p:spPr>
          <a:xfrm>
            <a:off x="2339498" y="178833"/>
            <a:ext cx="8551282" cy="638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dirty="0">
              <a:solidFill>
                <a:srgbClr val="C00000"/>
              </a:solidFill>
            </a:endParaRPr>
          </a:p>
        </p:txBody>
      </p:sp>
      <p:sp>
        <p:nvSpPr>
          <p:cNvPr id="2" name="Title 1">
            <a:extLst>
              <a:ext uri="{FF2B5EF4-FFF2-40B4-BE49-F238E27FC236}">
                <a16:creationId xmlns:a16="http://schemas.microsoft.com/office/drawing/2014/main" id="{F4C92045-E69D-E287-24F9-F3EC5A13CCB1}"/>
              </a:ext>
            </a:extLst>
          </p:cNvPr>
          <p:cNvSpPr txBox="1">
            <a:spLocks/>
          </p:cNvSpPr>
          <p:nvPr/>
        </p:nvSpPr>
        <p:spPr>
          <a:xfrm>
            <a:off x="2182762" y="89748"/>
            <a:ext cx="8151863" cy="892386"/>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EL Phase-III</a:t>
            </a:r>
          </a:p>
          <a:p>
            <a:r>
              <a:rPr lang="en-IN" sz="3200" dirty="0"/>
              <a:t>Presentation Outline</a:t>
            </a:r>
          </a:p>
        </p:txBody>
      </p:sp>
      <p:sp>
        <p:nvSpPr>
          <p:cNvPr id="8" name="Content Placeholder 7">
            <a:extLst>
              <a:ext uri="{FF2B5EF4-FFF2-40B4-BE49-F238E27FC236}">
                <a16:creationId xmlns:a16="http://schemas.microsoft.com/office/drawing/2014/main" id="{EB2484C8-68BC-9AA1-D8C5-282E3D75696E}"/>
              </a:ext>
            </a:extLst>
          </p:cNvPr>
          <p:cNvSpPr>
            <a:spLocks noGrp="1"/>
          </p:cNvSpPr>
          <p:nvPr>
            <p:ph idx="1"/>
          </p:nvPr>
        </p:nvSpPr>
        <p:spPr>
          <a:xfrm>
            <a:off x="270988" y="1121316"/>
            <a:ext cx="11661590" cy="5476900"/>
          </a:xfrm>
        </p:spPr>
        <p:txBody>
          <a:bodyPr>
            <a:normAutofit fontScale="85000" lnSpcReduction="20000"/>
          </a:bodyPr>
          <a:lstStyle/>
          <a:p>
            <a:r>
              <a:rPr lang="en-US" dirty="0"/>
              <a:t>Introduction</a:t>
            </a:r>
          </a:p>
          <a:p>
            <a:r>
              <a:rPr lang="en-US" dirty="0"/>
              <a:t>Problem Statement</a:t>
            </a:r>
          </a:p>
          <a:p>
            <a:r>
              <a:rPr lang="en-US" dirty="0"/>
              <a:t>Objectives</a:t>
            </a:r>
          </a:p>
          <a:p>
            <a:r>
              <a:rPr lang="en-US" dirty="0"/>
              <a:t>Literature Review</a:t>
            </a:r>
          </a:p>
          <a:p>
            <a:r>
              <a:rPr lang="en-US" dirty="0"/>
              <a:t>Methodology</a:t>
            </a:r>
          </a:p>
          <a:p>
            <a:r>
              <a:rPr lang="en-US" dirty="0"/>
              <a:t>Design and Implementation</a:t>
            </a:r>
          </a:p>
          <a:p>
            <a:r>
              <a:rPr lang="en-US" dirty="0"/>
              <a:t>Components and Tools used</a:t>
            </a:r>
          </a:p>
          <a:p>
            <a:r>
              <a:rPr lang="en-US" dirty="0"/>
              <a:t>Results/Simulation</a:t>
            </a:r>
          </a:p>
          <a:p>
            <a:r>
              <a:rPr lang="en-US" dirty="0"/>
              <a:t>Challenges Faced</a:t>
            </a:r>
          </a:p>
          <a:p>
            <a:r>
              <a:rPr lang="en-US" dirty="0"/>
              <a:t>Final Outcome</a:t>
            </a:r>
          </a:p>
          <a:p>
            <a:r>
              <a:rPr lang="en-US" dirty="0"/>
              <a:t>Applications</a:t>
            </a:r>
          </a:p>
          <a:p>
            <a:r>
              <a:rPr lang="en-US" dirty="0"/>
              <a:t>Future Scope</a:t>
            </a:r>
          </a:p>
          <a:p>
            <a:r>
              <a:rPr lang="en-US" dirty="0"/>
              <a:t>Conclusion</a:t>
            </a:r>
          </a:p>
          <a:p>
            <a:r>
              <a:rPr lang="en-US" dirty="0"/>
              <a:t>References</a:t>
            </a:r>
            <a:endParaRPr lang="en-IN" dirty="0"/>
          </a:p>
        </p:txBody>
      </p:sp>
    </p:spTree>
    <p:extLst>
      <p:ext uri="{BB962C8B-B14F-4D97-AF65-F5344CB8AC3E}">
        <p14:creationId xmlns:p14="http://schemas.microsoft.com/office/powerpoint/2010/main" val="658094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E251775-AAB3-6740-9A5D-BF7C9197E45B}"/>
              </a:ext>
            </a:extLst>
          </p:cNvPr>
          <p:cNvSpPr>
            <a:spLocks noGrp="1"/>
          </p:cNvSpPr>
          <p:nvPr>
            <p:ph idx="1"/>
          </p:nvPr>
        </p:nvSpPr>
        <p:spPr/>
        <p:txBody>
          <a:bodyPr>
            <a:normAutofit/>
          </a:bodyPr>
          <a:lstStyle/>
          <a:p>
            <a:pPr marL="0" indent="0">
              <a:buNone/>
            </a:pPr>
            <a:r>
              <a:rPr lang="en-US" b="1" dirty="0"/>
              <a:t>Overview of the topic:</a:t>
            </a:r>
          </a:p>
          <a:p>
            <a:r>
              <a:rPr lang="en-US" dirty="0"/>
              <a:t>Battery optimization is essential for modern operating systems.</a:t>
            </a:r>
          </a:p>
          <a:p>
            <a:r>
              <a:rPr lang="en-US" dirty="0"/>
              <a:t>Static power management techniques are inefficient under dynamic workloads.</a:t>
            </a:r>
          </a:p>
          <a:p>
            <a:r>
              <a:rPr lang="en-US" dirty="0"/>
              <a:t>Machine learning helps predict system stress using real-time metrics.</a:t>
            </a:r>
          </a:p>
          <a:p>
            <a:r>
              <a:rPr lang="en-US" dirty="0"/>
              <a:t>Process priorities are adjusted to reduce power consumption.</a:t>
            </a:r>
          </a:p>
          <a:p>
            <a:r>
              <a:rPr lang="en-US" dirty="0"/>
              <a:t>The system improves battery life while maintaining performance.</a:t>
            </a:r>
          </a:p>
        </p:txBody>
      </p:sp>
      <p:sp>
        <p:nvSpPr>
          <p:cNvPr id="3" name="Date Placeholder 2">
            <a:extLst>
              <a:ext uri="{FF2B5EF4-FFF2-40B4-BE49-F238E27FC236}">
                <a16:creationId xmlns:a16="http://schemas.microsoft.com/office/drawing/2014/main" id="{EDFCC6EA-140E-7258-C5BE-07A799DCC575}"/>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991113B7-13B3-C292-E8C9-16465C8FCA55}"/>
              </a:ext>
            </a:extLst>
          </p:cNvPr>
          <p:cNvSpPr>
            <a:spLocks noGrp="1"/>
          </p:cNvSpPr>
          <p:nvPr>
            <p:ph type="sldNum" sz="quarter" idx="12"/>
          </p:nvPr>
        </p:nvSpPr>
        <p:spPr/>
        <p:txBody>
          <a:bodyPr/>
          <a:lstStyle/>
          <a:p>
            <a:r>
              <a:rPr lang="en-IN" dirty="0"/>
              <a:t>Slide No. </a:t>
            </a:r>
            <a:fld id="{9BA15CD2-76D6-4EFE-91D9-7087332E3318}" type="slidenum">
              <a:rPr lang="en-IN" smtClean="0"/>
              <a:pPr/>
              <a:t>4</a:t>
            </a:fld>
            <a:endParaRPr lang="en-IN" dirty="0"/>
          </a:p>
        </p:txBody>
      </p:sp>
      <p:sp>
        <p:nvSpPr>
          <p:cNvPr id="2" name="Title 1">
            <a:extLst>
              <a:ext uri="{FF2B5EF4-FFF2-40B4-BE49-F238E27FC236}">
                <a16:creationId xmlns:a16="http://schemas.microsoft.com/office/drawing/2014/main" id="{8D8FE783-AFDF-B298-CC26-D9899A64E440}"/>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Introduction</a:t>
            </a:r>
            <a:endParaRPr lang="en-IN" sz="4000" dirty="0"/>
          </a:p>
        </p:txBody>
      </p:sp>
    </p:spTree>
    <p:extLst>
      <p:ext uri="{BB962C8B-B14F-4D97-AF65-F5344CB8AC3E}">
        <p14:creationId xmlns:p14="http://schemas.microsoft.com/office/powerpoint/2010/main" val="2544980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0D1D3-A7FF-5841-01CF-FCFB6C504FA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A9A31C5-F30E-9FDF-7581-7669195364AF}"/>
              </a:ext>
            </a:extLst>
          </p:cNvPr>
          <p:cNvSpPr>
            <a:spLocks noGrp="1"/>
          </p:cNvSpPr>
          <p:nvPr>
            <p:ph idx="1"/>
          </p:nvPr>
        </p:nvSpPr>
        <p:spPr/>
        <p:txBody>
          <a:bodyPr/>
          <a:lstStyle/>
          <a:p>
            <a:pPr marL="0" indent="0">
              <a:buNone/>
            </a:pPr>
            <a:r>
              <a:rPr lang="en-US" dirty="0"/>
              <a:t>Traditional operating system power management techniques rely on static policies that do not adapt to changing system workloads, leading to inefficient battery usage. There is a need for an intelligent OS-level solution that dynamically optimizes battery consumption based on real-time system conditions.</a:t>
            </a:r>
          </a:p>
        </p:txBody>
      </p:sp>
      <p:sp>
        <p:nvSpPr>
          <p:cNvPr id="3" name="Date Placeholder 2">
            <a:extLst>
              <a:ext uri="{FF2B5EF4-FFF2-40B4-BE49-F238E27FC236}">
                <a16:creationId xmlns:a16="http://schemas.microsoft.com/office/drawing/2014/main" id="{19E6A2C1-60E6-1EAA-2722-A39F2DCA1C9A}"/>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D256559B-36AA-7A34-03C9-404AF862F7A7}"/>
              </a:ext>
            </a:extLst>
          </p:cNvPr>
          <p:cNvSpPr>
            <a:spLocks noGrp="1"/>
          </p:cNvSpPr>
          <p:nvPr>
            <p:ph type="sldNum" sz="quarter" idx="12"/>
          </p:nvPr>
        </p:nvSpPr>
        <p:spPr/>
        <p:txBody>
          <a:bodyPr/>
          <a:lstStyle/>
          <a:p>
            <a:r>
              <a:rPr lang="en-IN" dirty="0"/>
              <a:t>Slide No. </a:t>
            </a:r>
            <a:fld id="{9BA15CD2-76D6-4EFE-91D9-7087332E3318}" type="slidenum">
              <a:rPr lang="en-IN" smtClean="0"/>
              <a:pPr/>
              <a:t>5</a:t>
            </a:fld>
            <a:endParaRPr lang="en-IN" dirty="0"/>
          </a:p>
        </p:txBody>
      </p:sp>
      <p:sp>
        <p:nvSpPr>
          <p:cNvPr id="2" name="Title 1">
            <a:extLst>
              <a:ext uri="{FF2B5EF4-FFF2-40B4-BE49-F238E27FC236}">
                <a16:creationId xmlns:a16="http://schemas.microsoft.com/office/drawing/2014/main" id="{C9D4BBCA-657F-D9F7-4811-B65B0F318537}"/>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Problem Statement</a:t>
            </a:r>
          </a:p>
        </p:txBody>
      </p:sp>
    </p:spTree>
    <p:extLst>
      <p:ext uri="{BB962C8B-B14F-4D97-AF65-F5344CB8AC3E}">
        <p14:creationId xmlns:p14="http://schemas.microsoft.com/office/powerpoint/2010/main" val="1451446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8161F-D06A-7D03-32A0-5D1DD36A2A2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4CAB4B4-E7D9-0C44-BDB8-13360E196C87}"/>
              </a:ext>
            </a:extLst>
          </p:cNvPr>
          <p:cNvSpPr>
            <a:spLocks noGrp="1"/>
          </p:cNvSpPr>
          <p:nvPr>
            <p:ph idx="1"/>
          </p:nvPr>
        </p:nvSpPr>
        <p:spPr/>
        <p:txBody>
          <a:bodyPr/>
          <a:lstStyle/>
          <a:p>
            <a:r>
              <a:rPr lang="en-US" dirty="0"/>
              <a:t>To monitor real-time system parameters such as CPU utilization and process count.</a:t>
            </a:r>
          </a:p>
          <a:p>
            <a:r>
              <a:rPr lang="en-US" dirty="0"/>
              <a:t>To predict system stress using a machine learning–based approach.</a:t>
            </a:r>
          </a:p>
          <a:p>
            <a:r>
              <a:rPr lang="en-US" dirty="0"/>
              <a:t>To dynamically adjust process priorities for battery optimization.</a:t>
            </a:r>
          </a:p>
          <a:p>
            <a:r>
              <a:rPr lang="en-US" dirty="0"/>
              <a:t>To improve battery life while maintaining acceptable system performance.</a:t>
            </a:r>
          </a:p>
        </p:txBody>
      </p:sp>
      <p:sp>
        <p:nvSpPr>
          <p:cNvPr id="3" name="Date Placeholder 2">
            <a:extLst>
              <a:ext uri="{FF2B5EF4-FFF2-40B4-BE49-F238E27FC236}">
                <a16:creationId xmlns:a16="http://schemas.microsoft.com/office/drawing/2014/main" id="{33AE1037-A60E-44C5-9572-62E8D4296AE1}"/>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1F690D42-AE24-A1A5-733A-5DB49AB5301A}"/>
              </a:ext>
            </a:extLst>
          </p:cNvPr>
          <p:cNvSpPr>
            <a:spLocks noGrp="1"/>
          </p:cNvSpPr>
          <p:nvPr>
            <p:ph type="sldNum" sz="quarter" idx="12"/>
          </p:nvPr>
        </p:nvSpPr>
        <p:spPr/>
        <p:txBody>
          <a:bodyPr/>
          <a:lstStyle/>
          <a:p>
            <a:r>
              <a:rPr lang="en-IN" dirty="0"/>
              <a:t>Slide No. </a:t>
            </a:r>
            <a:fld id="{9BA15CD2-76D6-4EFE-91D9-7087332E3318}" type="slidenum">
              <a:rPr lang="en-IN" smtClean="0"/>
              <a:pPr/>
              <a:t>6</a:t>
            </a:fld>
            <a:endParaRPr lang="en-IN" dirty="0"/>
          </a:p>
        </p:txBody>
      </p:sp>
      <p:sp>
        <p:nvSpPr>
          <p:cNvPr id="2" name="Title 1">
            <a:extLst>
              <a:ext uri="{FF2B5EF4-FFF2-40B4-BE49-F238E27FC236}">
                <a16:creationId xmlns:a16="http://schemas.microsoft.com/office/drawing/2014/main" id="{21B63D6E-C21B-6CE3-F37E-F40628D2820A}"/>
              </a:ext>
            </a:extLst>
          </p:cNvPr>
          <p:cNvSpPr txBox="1">
            <a:spLocks/>
          </p:cNvSpPr>
          <p:nvPr/>
        </p:nvSpPr>
        <p:spPr>
          <a:xfrm>
            <a:off x="1725561" y="145671"/>
            <a:ext cx="8620706" cy="535368"/>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Objectives</a:t>
            </a:r>
          </a:p>
        </p:txBody>
      </p:sp>
    </p:spTree>
    <p:extLst>
      <p:ext uri="{BB962C8B-B14F-4D97-AF65-F5344CB8AC3E}">
        <p14:creationId xmlns:p14="http://schemas.microsoft.com/office/powerpoint/2010/main" val="1254413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A26E-D7C7-CBB1-C462-4192015C9A5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D0A43BB-0B85-6C11-1115-9239B6EECD40}"/>
              </a:ext>
            </a:extLst>
          </p:cNvPr>
          <p:cNvSpPr>
            <a:spLocks noGrp="1"/>
          </p:cNvSpPr>
          <p:nvPr>
            <p:ph idx="1"/>
          </p:nvPr>
        </p:nvSpPr>
        <p:spPr/>
        <p:txBody>
          <a:bodyPr/>
          <a:lstStyle/>
          <a:p>
            <a:r>
              <a:rPr lang="en-US" dirty="0"/>
              <a:t>Provide a brief overview of existing solutions or similar projects.</a:t>
            </a:r>
          </a:p>
          <a:p>
            <a:r>
              <a:rPr lang="en-US" dirty="0"/>
              <a:t>Mention key references or papers studied.</a:t>
            </a:r>
          </a:p>
          <a:p>
            <a:r>
              <a:rPr lang="en-US" dirty="0"/>
              <a:t>Explain how your project is different or an improvement over existing solutions.</a:t>
            </a:r>
            <a:endParaRPr lang="en-IN" dirty="0"/>
          </a:p>
        </p:txBody>
      </p:sp>
      <p:sp>
        <p:nvSpPr>
          <p:cNvPr id="3" name="Date Placeholder 2">
            <a:extLst>
              <a:ext uri="{FF2B5EF4-FFF2-40B4-BE49-F238E27FC236}">
                <a16:creationId xmlns:a16="http://schemas.microsoft.com/office/drawing/2014/main" id="{E0032379-F748-B3AA-2A4D-97887EAA151E}"/>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1A43033E-C6C3-F08C-29A3-56BD7FEC17D1}"/>
              </a:ext>
            </a:extLst>
          </p:cNvPr>
          <p:cNvSpPr>
            <a:spLocks noGrp="1"/>
          </p:cNvSpPr>
          <p:nvPr>
            <p:ph type="sldNum" sz="quarter" idx="12"/>
          </p:nvPr>
        </p:nvSpPr>
        <p:spPr/>
        <p:txBody>
          <a:bodyPr/>
          <a:lstStyle/>
          <a:p>
            <a:r>
              <a:rPr lang="en-IN" dirty="0"/>
              <a:t>Slide No. </a:t>
            </a:r>
            <a:fld id="{9BA15CD2-76D6-4EFE-91D9-7087332E3318}" type="slidenum">
              <a:rPr lang="en-IN" smtClean="0"/>
              <a:pPr/>
              <a:t>7</a:t>
            </a:fld>
            <a:endParaRPr lang="en-IN" dirty="0"/>
          </a:p>
        </p:txBody>
      </p:sp>
      <p:sp>
        <p:nvSpPr>
          <p:cNvPr id="2" name="Title 1">
            <a:extLst>
              <a:ext uri="{FF2B5EF4-FFF2-40B4-BE49-F238E27FC236}">
                <a16:creationId xmlns:a16="http://schemas.microsoft.com/office/drawing/2014/main" id="{91692CFF-BC9C-EEE3-9347-864A669B2996}"/>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Literature Review</a:t>
            </a:r>
            <a:endParaRPr lang="en-US" sz="4000" dirty="0"/>
          </a:p>
        </p:txBody>
      </p:sp>
      <p:sp>
        <p:nvSpPr>
          <p:cNvPr id="6" name="Google Shape;160;p6">
            <a:extLst>
              <a:ext uri="{FF2B5EF4-FFF2-40B4-BE49-F238E27FC236}">
                <a16:creationId xmlns:a16="http://schemas.microsoft.com/office/drawing/2014/main" id="{29430181-7356-3099-2D15-6D0FCFDBF5E9}"/>
              </a:ext>
            </a:extLst>
          </p:cNvPr>
          <p:cNvSpPr txBox="1">
            <a:spLocks/>
          </p:cNvSpPr>
          <p:nvPr/>
        </p:nvSpPr>
        <p:spPr>
          <a:xfrm>
            <a:off x="9273988" y="6347205"/>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algn="r" defTabSz="914400" rtl="0" eaLnBrk="1" latinLnBrk="0" hangingPunct="1">
              <a:defRPr sz="1200" b="1" kern="1200">
                <a:solidFill>
                  <a:srgbClr val="002060"/>
                </a:solidFill>
                <a:latin typeface="Bookman Old Style" panose="020506040505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0000000-1234-1234-1234-123412341234}" type="slidenum">
              <a:rPr lang="en-IN" smtClean="0"/>
              <a:pPr/>
              <a:t>7</a:t>
            </a:fld>
            <a:endParaRPr lang="en-IN"/>
          </a:p>
        </p:txBody>
      </p:sp>
      <p:graphicFrame>
        <p:nvGraphicFramePr>
          <p:cNvPr id="8" name="Content Placeholder 10">
            <a:extLst>
              <a:ext uri="{FF2B5EF4-FFF2-40B4-BE49-F238E27FC236}">
                <a16:creationId xmlns:a16="http://schemas.microsoft.com/office/drawing/2014/main" id="{544643C6-F2F6-422E-FD8C-EEF7BA2F5CF4}"/>
              </a:ext>
            </a:extLst>
          </p:cNvPr>
          <p:cNvGraphicFramePr>
            <a:graphicFrameLocks/>
          </p:cNvGraphicFramePr>
          <p:nvPr>
            <p:extLst>
              <p:ext uri="{D42A27DB-BD31-4B8C-83A1-F6EECF244321}">
                <p14:modId xmlns:p14="http://schemas.microsoft.com/office/powerpoint/2010/main" val="2729898200"/>
              </p:ext>
            </p:extLst>
          </p:nvPr>
        </p:nvGraphicFramePr>
        <p:xfrm>
          <a:off x="160256" y="1258888"/>
          <a:ext cx="11857119" cy="4925098"/>
        </p:xfrm>
        <a:graphic>
          <a:graphicData uri="http://schemas.openxmlformats.org/drawingml/2006/table">
            <a:tbl>
              <a:tblPr firstRow="1" bandRow="1">
                <a:tableStyleId>{5C22544A-7EE6-4342-B048-85BDC9FD1C3A}</a:tableStyleId>
              </a:tblPr>
              <a:tblGrid>
                <a:gridCol w="832802">
                  <a:extLst>
                    <a:ext uri="{9D8B030D-6E8A-4147-A177-3AD203B41FA5}">
                      <a16:colId xmlns:a16="http://schemas.microsoft.com/office/drawing/2014/main" val="573064151"/>
                    </a:ext>
                  </a:extLst>
                </a:gridCol>
                <a:gridCol w="2101834">
                  <a:extLst>
                    <a:ext uri="{9D8B030D-6E8A-4147-A177-3AD203B41FA5}">
                      <a16:colId xmlns:a16="http://schemas.microsoft.com/office/drawing/2014/main" val="3396195965"/>
                    </a:ext>
                  </a:extLst>
                </a:gridCol>
                <a:gridCol w="3679534">
                  <a:extLst>
                    <a:ext uri="{9D8B030D-6E8A-4147-A177-3AD203B41FA5}">
                      <a16:colId xmlns:a16="http://schemas.microsoft.com/office/drawing/2014/main" val="3108794121"/>
                    </a:ext>
                  </a:extLst>
                </a:gridCol>
                <a:gridCol w="2703871">
                  <a:extLst>
                    <a:ext uri="{9D8B030D-6E8A-4147-A177-3AD203B41FA5}">
                      <a16:colId xmlns:a16="http://schemas.microsoft.com/office/drawing/2014/main" val="772754233"/>
                    </a:ext>
                  </a:extLst>
                </a:gridCol>
                <a:gridCol w="2539078">
                  <a:extLst>
                    <a:ext uri="{9D8B030D-6E8A-4147-A177-3AD203B41FA5}">
                      <a16:colId xmlns:a16="http://schemas.microsoft.com/office/drawing/2014/main" val="1561609265"/>
                    </a:ext>
                  </a:extLst>
                </a:gridCol>
              </a:tblGrid>
              <a:tr h="539874">
                <a:tc>
                  <a:txBody>
                    <a:bodyPr/>
                    <a:lstStyle/>
                    <a:p>
                      <a:r>
                        <a:rPr lang="en-US" dirty="0"/>
                        <a:t>SR.NO</a:t>
                      </a:r>
                      <a:endParaRPr lang="en-IN" dirty="0"/>
                    </a:p>
                  </a:txBody>
                  <a:tcPr/>
                </a:tc>
                <a:tc>
                  <a:txBody>
                    <a:bodyPr/>
                    <a:lstStyle/>
                    <a:p>
                      <a:r>
                        <a:rPr lang="en-US" dirty="0"/>
                        <a:t>JOURNAL NAME</a:t>
                      </a:r>
                      <a:endParaRPr lang="en-IN" dirty="0"/>
                    </a:p>
                  </a:txBody>
                  <a:tcPr/>
                </a:tc>
                <a:tc>
                  <a:txBody>
                    <a:bodyPr/>
                    <a:lstStyle/>
                    <a:p>
                      <a:r>
                        <a:rPr lang="en-US" dirty="0"/>
                        <a:t>DESCRIPTION/DETAILS</a:t>
                      </a:r>
                      <a:endParaRPr lang="en-IN" dirty="0"/>
                    </a:p>
                  </a:txBody>
                  <a:tcPr/>
                </a:tc>
                <a:tc>
                  <a:txBody>
                    <a:bodyPr/>
                    <a:lstStyle/>
                    <a:p>
                      <a:r>
                        <a:rPr lang="en-US" dirty="0"/>
                        <a:t>KEY POINTS</a:t>
                      </a:r>
                      <a:endParaRPr lang="en-IN" dirty="0"/>
                    </a:p>
                  </a:txBody>
                  <a:tcPr/>
                </a:tc>
                <a:tc>
                  <a:txBody>
                    <a:bodyPr/>
                    <a:lstStyle/>
                    <a:p>
                      <a:r>
                        <a:rPr lang="en-US" dirty="0"/>
                        <a:t>LITERATURE GAP</a:t>
                      </a:r>
                      <a:endParaRPr lang="en-IN" dirty="0"/>
                    </a:p>
                  </a:txBody>
                  <a:tcPr/>
                </a:tc>
                <a:extLst>
                  <a:ext uri="{0D108BD9-81ED-4DB2-BD59-A6C34878D82A}">
                    <a16:rowId xmlns:a16="http://schemas.microsoft.com/office/drawing/2014/main" val="4191476117"/>
                  </a:ext>
                </a:extLst>
              </a:tr>
              <a:tr h="1096306">
                <a:tc rowSpan="4">
                  <a:txBody>
                    <a:bodyPr/>
                    <a:lstStyle/>
                    <a:p>
                      <a:pPr marL="0" algn="l" defTabSz="914400" rtl="0" eaLnBrk="1" latinLnBrk="0" hangingPunct="1"/>
                      <a:r>
                        <a:rPr lang="en-US" sz="1400" b="0" i="0" u="none" strike="noStrike" kern="1200" cap="none" dirty="0">
                          <a:solidFill>
                            <a:srgbClr val="002060"/>
                          </a:solidFill>
                          <a:latin typeface="Bookman Old Style" panose="02050604050505020204" pitchFamily="18" charset="0"/>
                          <a:ea typeface="+mn-ea"/>
                          <a:cs typeface="+mn-cs"/>
                        </a:rPr>
                        <a:t>1.</a:t>
                      </a:r>
                      <a:endParaRPr lang="en-IN" sz="1400" b="0" i="0" u="none" strike="noStrike" kern="1200" cap="none" dirty="0">
                        <a:solidFill>
                          <a:srgbClr val="002060"/>
                        </a:solidFill>
                        <a:latin typeface="Bookman Old Style" panose="02050604050505020204" pitchFamily="18" charset="0"/>
                        <a:ea typeface="+mn-ea"/>
                        <a:cs typeface="+mn-cs"/>
                      </a:endParaRPr>
                    </a:p>
                  </a:txBody>
                  <a:tcPr/>
                </a:tc>
                <a:tc rowSpan="4">
                  <a:txBody>
                    <a:bodyPr/>
                    <a:lstStyle/>
                    <a:p>
                      <a:pPr marL="0" algn="l" defTabSz="914400" rtl="0" eaLnBrk="1" latinLnBrk="0" hangingPunct="1"/>
                      <a:r>
                        <a:rPr lang="en-US" sz="1400" b="0" i="0" u="none" strike="noStrike" kern="1200" cap="none" dirty="0">
                          <a:solidFill>
                            <a:srgbClr val="002060"/>
                          </a:solidFill>
                          <a:latin typeface="Bookman Old Style" panose="02050604050505020204" pitchFamily="18" charset="0"/>
                          <a:ea typeface="+mn-ea"/>
                          <a:cs typeface="+mn-cs"/>
                        </a:rPr>
                        <a:t>AI-Based Power Management for Energy-Efficient Mobile Systems</a:t>
                      </a:r>
                      <a:endParaRPr lang="en-IN" sz="1400" b="0" i="0" u="none" strike="noStrike" kern="1200" cap="none" dirty="0">
                        <a:solidFill>
                          <a:srgbClr val="002060"/>
                        </a:solidFill>
                        <a:latin typeface="Bookman Old Style" panose="02050604050505020204" pitchFamily="18" charset="0"/>
                        <a:ea typeface="+mn-ea"/>
                        <a:cs typeface="+mn-cs"/>
                        <a:sym typeface="Arial"/>
                      </a:endParaRPr>
                    </a:p>
                  </a:txBody>
                  <a:tcPr/>
                </a:tc>
                <a:tc>
                  <a:txBody>
                    <a:bodyPr/>
                    <a:lstStyle/>
                    <a:p>
                      <a:pPr marL="0" algn="l" defTabSz="914400" rtl="0" eaLnBrk="1" latinLnBrk="0" hangingPunct="1"/>
                      <a:r>
                        <a:rPr lang="pt-BR" sz="1400" b="0" i="0" u="none" strike="noStrike" kern="1200" cap="none" dirty="0">
                          <a:solidFill>
                            <a:srgbClr val="002060"/>
                          </a:solidFill>
                          <a:latin typeface="Bookman Old Style" panose="02050604050505020204" pitchFamily="18" charset="0"/>
                          <a:ea typeface="+mn-ea"/>
                          <a:cs typeface="+mn-cs"/>
                          <a:sym typeface="Arial"/>
                        </a:rPr>
                        <a:t>DOI: </a:t>
                      </a:r>
                      <a:r>
                        <a:rPr lang="en-IN" sz="1400" b="0" i="0" u="none" strike="noStrike" kern="1200" cap="none" dirty="0">
                          <a:solidFill>
                            <a:srgbClr val="002060"/>
                          </a:solidFill>
                          <a:latin typeface="Bookman Old Style" panose="02050604050505020204" pitchFamily="18" charset="0"/>
                          <a:ea typeface="+mn-ea"/>
                          <a:cs typeface="+mn-cs"/>
                          <a:sym typeface="Arial"/>
                        </a:rPr>
                        <a:t>https://www.sciencedirect.com/science/article/pii/S1574119225000343</a:t>
                      </a:r>
                    </a:p>
                  </a:txBody>
                  <a:tcPr/>
                </a:tc>
                <a:tc rowSpan="4">
                  <a:txBody>
                    <a:bodyPr/>
                    <a:lstStyle/>
                    <a:p>
                      <a:pPr marL="0" algn="l" defTabSz="914400" rtl="0" eaLnBrk="1" latinLnBrk="0" hangingPunct="1"/>
                      <a:r>
                        <a:rPr lang="en-US" sz="1400" b="0" i="0" u="none" strike="noStrike" kern="1200" cap="none" dirty="0">
                          <a:solidFill>
                            <a:srgbClr val="002060"/>
                          </a:solidFill>
                          <a:latin typeface="Bookman Old Style" panose="02050604050505020204" pitchFamily="18" charset="0"/>
                          <a:ea typeface="+mn-ea"/>
                          <a:cs typeface="+mn-cs"/>
                        </a:rPr>
                        <a:t>The paper presents an AI-driven power management framework that predicts application-level energy usage using machine learning models. Based on user behavior and system load, it dynamically allocates CPU, memory, and background process priorities to extend battery life. The system adapts in real time and improves energy efficiency without degrading performance.</a:t>
                      </a:r>
                      <a:endParaRPr lang="en-IN" sz="1400" b="0" i="0" u="none" strike="noStrike" kern="1200" cap="none" dirty="0">
                        <a:solidFill>
                          <a:srgbClr val="002060"/>
                        </a:solidFill>
                        <a:latin typeface="Bookman Old Style" panose="02050604050505020204" pitchFamily="18" charset="0"/>
                        <a:ea typeface="+mn-ea"/>
                        <a:cs typeface="+mn-cs"/>
                        <a:sym typeface="Arial"/>
                      </a:endParaRPr>
                    </a:p>
                  </a:txBody>
                  <a:tcPr/>
                </a:tc>
                <a:tc rowSpan="4">
                  <a:txBody>
                    <a:bodyPr/>
                    <a:lstStyle/>
                    <a:p>
                      <a:pPr marL="0" algn="l" defTabSz="914400" rtl="0" eaLnBrk="1" latinLnBrk="0" hangingPunct="1"/>
                      <a:r>
                        <a:rPr lang="en-US" sz="1400" b="0" i="0" u="none" strike="noStrike" kern="1200" cap="none" dirty="0">
                          <a:solidFill>
                            <a:srgbClr val="002060"/>
                          </a:solidFill>
                          <a:latin typeface="Bookman Old Style" panose="02050604050505020204" pitchFamily="18" charset="0"/>
                          <a:ea typeface="+mn-ea"/>
                          <a:cs typeface="+mn-cs"/>
                        </a:rPr>
                        <a:t>The work is implemented at the software layer only. It does not integrate directly with the operating system kernel or use kernel-level modules for low-level power control.</a:t>
                      </a:r>
                      <a:br>
                        <a:rPr lang="en-US" sz="1400" b="0" i="0" u="none" strike="noStrike" kern="1200" cap="none" dirty="0">
                          <a:solidFill>
                            <a:srgbClr val="002060"/>
                          </a:solidFill>
                          <a:latin typeface="Bookman Old Style" panose="02050604050505020204" pitchFamily="18" charset="0"/>
                          <a:ea typeface="+mn-ea"/>
                          <a:cs typeface="+mn-cs"/>
                          <a:sym typeface="Arial"/>
                        </a:rPr>
                      </a:br>
                      <a:endParaRPr lang="en-IN" sz="1400" b="0" i="0" u="none" strike="noStrike" kern="1200" cap="none" dirty="0">
                        <a:solidFill>
                          <a:srgbClr val="002060"/>
                        </a:solidFill>
                        <a:latin typeface="Bookman Old Style" panose="02050604050505020204" pitchFamily="18" charset="0"/>
                        <a:ea typeface="+mn-ea"/>
                        <a:cs typeface="+mn-cs"/>
                        <a:sym typeface="Arial"/>
                      </a:endParaRPr>
                    </a:p>
                  </a:txBody>
                  <a:tcPr/>
                </a:tc>
                <a:extLst>
                  <a:ext uri="{0D108BD9-81ED-4DB2-BD59-A6C34878D82A}">
                    <a16:rowId xmlns:a16="http://schemas.microsoft.com/office/drawing/2014/main" val="3192125950"/>
                  </a:ext>
                </a:extLst>
              </a:tr>
              <a:tr h="1096306">
                <a:tc vMerge="1">
                  <a:txBody>
                    <a:bodyPr/>
                    <a:lstStyle/>
                    <a:p>
                      <a:endParaRPr lang="en-IN" dirty="0"/>
                    </a:p>
                  </a:txBody>
                  <a:tcPr/>
                </a:tc>
                <a:tc vMerge="1">
                  <a:txBody>
                    <a:bodyPr/>
                    <a:lstStyle/>
                    <a:p>
                      <a:endParaRPr lang="en-IN" dirty="0"/>
                    </a:p>
                  </a:txBody>
                  <a:tcPr/>
                </a:tc>
                <a:tc>
                  <a:txBody>
                    <a:bodyPr/>
                    <a:lstStyle/>
                    <a:p>
                      <a:pPr marL="0" algn="l" defTabSz="914400" rtl="0" eaLnBrk="1" latinLnBrk="0" hangingPunct="1"/>
                      <a:r>
                        <a:rPr lang="en-IN" sz="1400" b="0" i="0" u="none" strike="noStrike" kern="1200" cap="none" dirty="0">
                          <a:solidFill>
                            <a:srgbClr val="002060"/>
                          </a:solidFill>
                          <a:latin typeface="Bookman Old Style" panose="02050604050505020204" pitchFamily="18" charset="0"/>
                          <a:ea typeface="+mn-ea"/>
                          <a:cs typeface="+mn-cs"/>
                        </a:rPr>
                        <a:t>Future Generation Computer Systems (Elsevier)</a:t>
                      </a:r>
                      <a:endParaRPr lang="en-IN" sz="1400" b="0" i="0" u="none" strike="noStrike" kern="1200" cap="none" dirty="0">
                        <a:solidFill>
                          <a:srgbClr val="002060"/>
                        </a:solidFill>
                        <a:latin typeface="Bookman Old Style" panose="02050604050505020204" pitchFamily="18" charset="0"/>
                        <a:ea typeface="+mn-ea"/>
                        <a:cs typeface="+mn-cs"/>
                        <a:sym typeface="Arial"/>
                      </a:endParaRPr>
                    </a:p>
                  </a:txBody>
                  <a:tcPr/>
                </a:tc>
                <a:tc vMerge="1">
                  <a:txBody>
                    <a:bodyPr/>
                    <a:lstStyle/>
                    <a:p>
                      <a:endParaRPr lang="en-IN" dirty="0"/>
                    </a:p>
                  </a:txBody>
                  <a:tcPr/>
                </a:tc>
                <a:tc vMerge="1">
                  <a:txBody>
                    <a:bodyPr/>
                    <a:lstStyle/>
                    <a:p>
                      <a:endParaRPr lang="en-IN" dirty="0"/>
                    </a:p>
                  </a:txBody>
                  <a:tcPr/>
                </a:tc>
                <a:extLst>
                  <a:ext uri="{0D108BD9-81ED-4DB2-BD59-A6C34878D82A}">
                    <a16:rowId xmlns:a16="http://schemas.microsoft.com/office/drawing/2014/main" val="921861670"/>
                  </a:ext>
                </a:extLst>
              </a:tr>
              <a:tr h="1096306">
                <a:tc vMerge="1">
                  <a:txBody>
                    <a:bodyPr/>
                    <a:lstStyle/>
                    <a:p>
                      <a:endParaRPr lang="en-IN" dirty="0"/>
                    </a:p>
                  </a:txBody>
                  <a:tcPr/>
                </a:tc>
                <a:tc vMerge="1">
                  <a:txBody>
                    <a:bodyPr/>
                    <a:lstStyle/>
                    <a:p>
                      <a:endParaRPr lang="en-IN" dirty="0"/>
                    </a:p>
                  </a:txBody>
                  <a:tcPr/>
                </a:tc>
                <a:tc>
                  <a:txBody>
                    <a:bodyPr/>
                    <a:lstStyle/>
                    <a:p>
                      <a:pPr marL="0" algn="l" defTabSz="914400" rtl="0" eaLnBrk="1" latinLnBrk="0" hangingPunct="1"/>
                      <a:r>
                        <a:rPr lang="en-IN" sz="1400" b="0" i="0" u="none" strike="noStrike" kern="1200" cap="none" dirty="0">
                          <a:solidFill>
                            <a:srgbClr val="002060"/>
                          </a:solidFill>
                          <a:latin typeface="Bookman Old Style" panose="02050604050505020204" pitchFamily="18" charset="0"/>
                          <a:ea typeface="+mn-ea"/>
                          <a:cs typeface="+mn-cs"/>
                        </a:rPr>
                        <a:t>Rui Wang, Jie Liu, Yong Li, Xinyu Zhang</a:t>
                      </a:r>
                      <a:br>
                        <a:rPr lang="en-IN" sz="1400" b="0" i="0" u="none" strike="noStrike" kern="1200" cap="none" dirty="0">
                          <a:solidFill>
                            <a:srgbClr val="002060"/>
                          </a:solidFill>
                          <a:latin typeface="Bookman Old Style" panose="02050604050505020204" pitchFamily="18" charset="0"/>
                          <a:ea typeface="+mn-ea"/>
                          <a:cs typeface="+mn-cs"/>
                          <a:sym typeface="Arial"/>
                        </a:rPr>
                      </a:br>
                      <a:endParaRPr lang="en-IN" sz="1400" b="0" i="0" u="none" strike="noStrike" kern="1200" cap="none" dirty="0">
                        <a:solidFill>
                          <a:srgbClr val="002060"/>
                        </a:solidFill>
                        <a:latin typeface="Bookman Old Style" panose="02050604050505020204" pitchFamily="18" charset="0"/>
                        <a:ea typeface="+mn-ea"/>
                        <a:cs typeface="+mn-cs"/>
                        <a:sym typeface="Arial"/>
                      </a:endParaRPr>
                    </a:p>
                  </a:txBody>
                  <a:tcPr/>
                </a:tc>
                <a:tc vMerge="1">
                  <a:txBody>
                    <a:bodyPr/>
                    <a:lstStyle/>
                    <a:p>
                      <a:endParaRPr lang="en-IN" dirty="0"/>
                    </a:p>
                  </a:txBody>
                  <a:tcPr/>
                </a:tc>
                <a:tc vMerge="1">
                  <a:txBody>
                    <a:bodyPr/>
                    <a:lstStyle/>
                    <a:p>
                      <a:endParaRPr lang="en-IN" dirty="0"/>
                    </a:p>
                  </a:txBody>
                  <a:tcPr/>
                </a:tc>
                <a:extLst>
                  <a:ext uri="{0D108BD9-81ED-4DB2-BD59-A6C34878D82A}">
                    <a16:rowId xmlns:a16="http://schemas.microsoft.com/office/drawing/2014/main" val="282440499"/>
                  </a:ext>
                </a:extLst>
              </a:tr>
              <a:tr h="1096306">
                <a:tc vMerge="1">
                  <a:txBody>
                    <a:bodyPr/>
                    <a:lstStyle/>
                    <a:p>
                      <a:endParaRPr lang="en-IN" dirty="0"/>
                    </a:p>
                  </a:txBody>
                  <a:tcPr/>
                </a:tc>
                <a:tc vMerge="1">
                  <a:txBody>
                    <a:bodyPr/>
                    <a:lstStyle/>
                    <a:p>
                      <a:endParaRPr lang="en-IN" dirty="0"/>
                    </a:p>
                  </a:txBody>
                  <a:tcPr/>
                </a:tc>
                <a:tc>
                  <a:txBody>
                    <a:bodyPr/>
                    <a:lstStyle/>
                    <a:p>
                      <a:pPr marL="0" algn="l" defTabSz="914400" rtl="0" eaLnBrk="1" fontAlgn="base" latinLnBrk="0" hangingPunct="1"/>
                      <a:r>
                        <a:rPr lang="en-IN" sz="1400" b="0" i="0" u="none" strike="noStrike" kern="1200" cap="none" dirty="0">
                          <a:solidFill>
                            <a:srgbClr val="002060"/>
                          </a:solidFill>
                          <a:latin typeface="Bookman Old Style" panose="02050604050505020204" pitchFamily="18" charset="0"/>
                          <a:ea typeface="+mn-ea"/>
                          <a:cs typeface="+mn-cs"/>
                          <a:sym typeface="Arial"/>
                        </a:rPr>
                        <a:t>2020</a:t>
                      </a:r>
                      <a:endParaRPr lang="en-US" sz="1400" b="0" i="0" u="none" strike="noStrike" kern="1200" cap="none" dirty="0">
                        <a:solidFill>
                          <a:srgbClr val="002060"/>
                        </a:solidFill>
                        <a:latin typeface="Bookman Old Style" panose="02050604050505020204" pitchFamily="18" charset="0"/>
                        <a:ea typeface="+mn-ea"/>
                        <a:cs typeface="+mn-cs"/>
                        <a:sym typeface="Arial"/>
                      </a:endParaRPr>
                    </a:p>
                  </a:txBody>
                  <a:tcPr/>
                </a:tc>
                <a:tc vMerge="1">
                  <a:txBody>
                    <a:bodyPr/>
                    <a:lstStyle/>
                    <a:p>
                      <a:endParaRPr lang="en-IN" dirty="0"/>
                    </a:p>
                  </a:txBody>
                  <a:tcPr/>
                </a:tc>
                <a:tc vMerge="1">
                  <a:txBody>
                    <a:bodyPr/>
                    <a:lstStyle/>
                    <a:p>
                      <a:endParaRPr lang="en-IN" dirty="0"/>
                    </a:p>
                  </a:txBody>
                  <a:tcPr/>
                </a:tc>
                <a:extLst>
                  <a:ext uri="{0D108BD9-81ED-4DB2-BD59-A6C34878D82A}">
                    <a16:rowId xmlns:a16="http://schemas.microsoft.com/office/drawing/2014/main" val="764440843"/>
                  </a:ext>
                </a:extLst>
              </a:tr>
            </a:tbl>
          </a:graphicData>
        </a:graphic>
      </p:graphicFrame>
    </p:spTree>
    <p:extLst>
      <p:ext uri="{BB962C8B-B14F-4D97-AF65-F5344CB8AC3E}">
        <p14:creationId xmlns:p14="http://schemas.microsoft.com/office/powerpoint/2010/main" val="2066830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6A92BC-96CE-0215-A735-149B8A0E27C8}"/>
              </a:ext>
            </a:extLst>
          </p:cNvPr>
          <p:cNvSpPr>
            <a:spLocks noGrp="1"/>
          </p:cNvSpPr>
          <p:nvPr>
            <p:ph idx="1"/>
          </p:nvPr>
        </p:nvSpPr>
        <p:spPr/>
        <p:txBody>
          <a:bodyPr/>
          <a:lstStyle/>
          <a:p>
            <a:endParaRPr lang="en-IN"/>
          </a:p>
        </p:txBody>
      </p:sp>
      <p:sp>
        <p:nvSpPr>
          <p:cNvPr id="3" name="Date Placeholder 2">
            <a:extLst>
              <a:ext uri="{FF2B5EF4-FFF2-40B4-BE49-F238E27FC236}">
                <a16:creationId xmlns:a16="http://schemas.microsoft.com/office/drawing/2014/main" id="{729FF99B-C782-E551-A542-21551179333C}"/>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53F2B46F-5DC0-56FF-AC34-7614F1E5BAF0}"/>
              </a:ext>
            </a:extLst>
          </p:cNvPr>
          <p:cNvSpPr>
            <a:spLocks noGrp="1"/>
          </p:cNvSpPr>
          <p:nvPr>
            <p:ph type="sldNum" sz="quarter" idx="12"/>
          </p:nvPr>
        </p:nvSpPr>
        <p:spPr/>
        <p:txBody>
          <a:bodyPr/>
          <a:lstStyle/>
          <a:p>
            <a:fld id="{9BA15CD2-76D6-4EFE-91D9-7087332E3318}" type="slidenum">
              <a:rPr lang="en-IN" smtClean="0"/>
              <a:pPr/>
              <a:t>8</a:t>
            </a:fld>
            <a:endParaRPr lang="en-IN" dirty="0"/>
          </a:p>
        </p:txBody>
      </p:sp>
      <p:sp>
        <p:nvSpPr>
          <p:cNvPr id="5" name="Content Placeholder 4">
            <a:extLst>
              <a:ext uri="{FF2B5EF4-FFF2-40B4-BE49-F238E27FC236}">
                <a16:creationId xmlns:a16="http://schemas.microsoft.com/office/drawing/2014/main" id="{C4AB381C-C6FB-1732-26E9-3BE1AD9BABEA}"/>
              </a:ext>
            </a:extLst>
          </p:cNvPr>
          <p:cNvSpPr txBox="1">
            <a:spLocks/>
          </p:cNvSpPr>
          <p:nvPr/>
        </p:nvSpPr>
        <p:spPr>
          <a:xfrm>
            <a:off x="174813" y="1258282"/>
            <a:ext cx="11842377" cy="4918680"/>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Bookman Old Style" panose="020506040505050202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ookman Old Style" panose="0205060405050502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Bookman Old Style" panose="0205060405050502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Bookman Old Style" panose="0205060405050502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Bookman Old Style" panose="0205060405050502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Provide a brief overview of existing solutions or similar projects.</a:t>
            </a:r>
          </a:p>
          <a:p>
            <a:r>
              <a:rPr lang="en-US"/>
              <a:t>Mention key references or papers studied.</a:t>
            </a:r>
          </a:p>
          <a:p>
            <a:r>
              <a:rPr lang="en-US"/>
              <a:t>Explain how your project is different or an improvement over existing solutions.</a:t>
            </a:r>
            <a:endParaRPr lang="en-IN" dirty="0"/>
          </a:p>
        </p:txBody>
      </p:sp>
      <p:sp>
        <p:nvSpPr>
          <p:cNvPr id="6" name="Date Placeholder 2">
            <a:extLst>
              <a:ext uri="{FF2B5EF4-FFF2-40B4-BE49-F238E27FC236}">
                <a16:creationId xmlns:a16="http://schemas.microsoft.com/office/drawing/2014/main" id="{9E370162-A40D-649A-FC5F-00D7E2688731}"/>
              </a:ext>
            </a:extLst>
          </p:cNvPr>
          <p:cNvSpPr txBox="1">
            <a:spLocks/>
          </p:cNvSpPr>
          <p:nvPr/>
        </p:nvSpPr>
        <p:spPr>
          <a:xfrm>
            <a:off x="174812" y="634720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b="1" kern="1200">
                <a:solidFill>
                  <a:srgbClr val="002060"/>
                </a:solidFill>
                <a:latin typeface="Bookman Old Style" panose="020506040505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BA3F8B8-C75C-44FF-9C37-B9B69285372F}" type="datetime2">
              <a:rPr lang="en-IN" smtClean="0"/>
              <a:pPr algn="ctr"/>
              <a:t>Tuesday, 03 February 2026</a:t>
            </a:fld>
            <a:endParaRPr lang="en-IN" dirty="0"/>
          </a:p>
        </p:txBody>
      </p:sp>
      <p:sp>
        <p:nvSpPr>
          <p:cNvPr id="7" name="Slide Number Placeholder 3">
            <a:extLst>
              <a:ext uri="{FF2B5EF4-FFF2-40B4-BE49-F238E27FC236}">
                <a16:creationId xmlns:a16="http://schemas.microsoft.com/office/drawing/2014/main" id="{EA8ED60A-B6B5-BDE2-BFC7-8B09BEBF4D44}"/>
              </a:ext>
            </a:extLst>
          </p:cNvPr>
          <p:cNvSpPr txBox="1">
            <a:spLocks/>
          </p:cNvSpPr>
          <p:nvPr/>
        </p:nvSpPr>
        <p:spPr>
          <a:xfrm>
            <a:off x="9273988" y="634720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002060"/>
                </a:solidFill>
                <a:latin typeface="Bookman Old Style" panose="020506040505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Slide No. </a:t>
            </a:r>
            <a:fld id="{9BA15CD2-76D6-4EFE-91D9-7087332E3318}" type="slidenum">
              <a:rPr lang="en-IN" smtClean="0"/>
              <a:pPr/>
              <a:t>8</a:t>
            </a:fld>
            <a:endParaRPr lang="en-IN" dirty="0"/>
          </a:p>
        </p:txBody>
      </p:sp>
      <p:sp>
        <p:nvSpPr>
          <p:cNvPr id="8" name="Title 1">
            <a:extLst>
              <a:ext uri="{FF2B5EF4-FFF2-40B4-BE49-F238E27FC236}">
                <a16:creationId xmlns:a16="http://schemas.microsoft.com/office/drawing/2014/main" id="{97401CF0-70D2-3008-4D20-3FFD46F45B6D}"/>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Literature Review</a:t>
            </a:r>
            <a:endParaRPr lang="en-US" sz="4000" dirty="0"/>
          </a:p>
        </p:txBody>
      </p:sp>
      <p:sp>
        <p:nvSpPr>
          <p:cNvPr id="9" name="Google Shape;160;p6">
            <a:extLst>
              <a:ext uri="{FF2B5EF4-FFF2-40B4-BE49-F238E27FC236}">
                <a16:creationId xmlns:a16="http://schemas.microsoft.com/office/drawing/2014/main" id="{6E0AF1F6-F44E-0B22-6898-6C52F5A1EE2A}"/>
              </a:ext>
            </a:extLst>
          </p:cNvPr>
          <p:cNvSpPr txBox="1">
            <a:spLocks/>
          </p:cNvSpPr>
          <p:nvPr/>
        </p:nvSpPr>
        <p:spPr>
          <a:xfrm>
            <a:off x="9273988" y="6347205"/>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algn="r" defTabSz="914400" rtl="0" eaLnBrk="1" latinLnBrk="0" hangingPunct="1">
              <a:defRPr sz="1200" b="1" kern="1200">
                <a:solidFill>
                  <a:srgbClr val="002060"/>
                </a:solidFill>
                <a:latin typeface="Bookman Old Style" panose="020506040505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0000000-1234-1234-1234-123412341234}" type="slidenum">
              <a:rPr lang="en-IN" smtClean="0"/>
              <a:pPr/>
              <a:t>8</a:t>
            </a:fld>
            <a:endParaRPr lang="en-IN"/>
          </a:p>
        </p:txBody>
      </p:sp>
      <p:graphicFrame>
        <p:nvGraphicFramePr>
          <p:cNvPr id="10" name="Content Placeholder 10">
            <a:extLst>
              <a:ext uri="{FF2B5EF4-FFF2-40B4-BE49-F238E27FC236}">
                <a16:creationId xmlns:a16="http://schemas.microsoft.com/office/drawing/2014/main" id="{D3317EBD-18DE-746C-834D-3D0BF27F362D}"/>
              </a:ext>
            </a:extLst>
          </p:cNvPr>
          <p:cNvGraphicFramePr>
            <a:graphicFrameLocks/>
          </p:cNvGraphicFramePr>
          <p:nvPr>
            <p:extLst>
              <p:ext uri="{D42A27DB-BD31-4B8C-83A1-F6EECF244321}">
                <p14:modId xmlns:p14="http://schemas.microsoft.com/office/powerpoint/2010/main" val="1742082652"/>
              </p:ext>
            </p:extLst>
          </p:nvPr>
        </p:nvGraphicFramePr>
        <p:xfrm>
          <a:off x="160256" y="1258888"/>
          <a:ext cx="11857119" cy="4925098"/>
        </p:xfrm>
        <a:graphic>
          <a:graphicData uri="http://schemas.openxmlformats.org/drawingml/2006/table">
            <a:tbl>
              <a:tblPr firstRow="1" bandRow="1">
                <a:tableStyleId>{5C22544A-7EE6-4342-B048-85BDC9FD1C3A}</a:tableStyleId>
              </a:tblPr>
              <a:tblGrid>
                <a:gridCol w="832802">
                  <a:extLst>
                    <a:ext uri="{9D8B030D-6E8A-4147-A177-3AD203B41FA5}">
                      <a16:colId xmlns:a16="http://schemas.microsoft.com/office/drawing/2014/main" val="573064151"/>
                    </a:ext>
                  </a:extLst>
                </a:gridCol>
                <a:gridCol w="2111883">
                  <a:extLst>
                    <a:ext uri="{9D8B030D-6E8A-4147-A177-3AD203B41FA5}">
                      <a16:colId xmlns:a16="http://schemas.microsoft.com/office/drawing/2014/main" val="3396195965"/>
                    </a:ext>
                  </a:extLst>
                </a:gridCol>
                <a:gridCol w="3669485">
                  <a:extLst>
                    <a:ext uri="{9D8B030D-6E8A-4147-A177-3AD203B41FA5}">
                      <a16:colId xmlns:a16="http://schemas.microsoft.com/office/drawing/2014/main" val="3108794121"/>
                    </a:ext>
                  </a:extLst>
                </a:gridCol>
                <a:gridCol w="2703871">
                  <a:extLst>
                    <a:ext uri="{9D8B030D-6E8A-4147-A177-3AD203B41FA5}">
                      <a16:colId xmlns:a16="http://schemas.microsoft.com/office/drawing/2014/main" val="772754233"/>
                    </a:ext>
                  </a:extLst>
                </a:gridCol>
                <a:gridCol w="2539078">
                  <a:extLst>
                    <a:ext uri="{9D8B030D-6E8A-4147-A177-3AD203B41FA5}">
                      <a16:colId xmlns:a16="http://schemas.microsoft.com/office/drawing/2014/main" val="1561609265"/>
                    </a:ext>
                  </a:extLst>
                </a:gridCol>
              </a:tblGrid>
              <a:tr h="539874">
                <a:tc>
                  <a:txBody>
                    <a:bodyPr/>
                    <a:lstStyle/>
                    <a:p>
                      <a:r>
                        <a:rPr lang="en-US" dirty="0"/>
                        <a:t>SR.NO</a:t>
                      </a:r>
                      <a:endParaRPr lang="en-IN" dirty="0"/>
                    </a:p>
                  </a:txBody>
                  <a:tcPr/>
                </a:tc>
                <a:tc>
                  <a:txBody>
                    <a:bodyPr/>
                    <a:lstStyle/>
                    <a:p>
                      <a:r>
                        <a:rPr lang="en-US" dirty="0"/>
                        <a:t>JOURNAL NAME</a:t>
                      </a:r>
                      <a:endParaRPr lang="en-IN" dirty="0"/>
                    </a:p>
                  </a:txBody>
                  <a:tcPr/>
                </a:tc>
                <a:tc>
                  <a:txBody>
                    <a:bodyPr/>
                    <a:lstStyle/>
                    <a:p>
                      <a:r>
                        <a:rPr lang="en-US" dirty="0"/>
                        <a:t>DESCRIPTION/DETAILS</a:t>
                      </a:r>
                      <a:endParaRPr lang="en-IN" dirty="0"/>
                    </a:p>
                  </a:txBody>
                  <a:tcPr/>
                </a:tc>
                <a:tc>
                  <a:txBody>
                    <a:bodyPr/>
                    <a:lstStyle/>
                    <a:p>
                      <a:r>
                        <a:rPr lang="en-US" dirty="0"/>
                        <a:t>KEY POINTS</a:t>
                      </a:r>
                      <a:endParaRPr lang="en-IN" dirty="0"/>
                    </a:p>
                  </a:txBody>
                  <a:tcPr/>
                </a:tc>
                <a:tc>
                  <a:txBody>
                    <a:bodyPr/>
                    <a:lstStyle/>
                    <a:p>
                      <a:r>
                        <a:rPr lang="en-US" dirty="0"/>
                        <a:t>LITERATURE GAP</a:t>
                      </a:r>
                      <a:endParaRPr lang="en-IN" dirty="0"/>
                    </a:p>
                  </a:txBody>
                  <a:tcPr/>
                </a:tc>
                <a:extLst>
                  <a:ext uri="{0D108BD9-81ED-4DB2-BD59-A6C34878D82A}">
                    <a16:rowId xmlns:a16="http://schemas.microsoft.com/office/drawing/2014/main" val="4191476117"/>
                  </a:ext>
                </a:extLst>
              </a:tr>
              <a:tr h="1096306">
                <a:tc rowSpan="4">
                  <a:txBody>
                    <a:bodyPr/>
                    <a:lstStyle/>
                    <a:p>
                      <a:pPr marL="0" algn="l" defTabSz="914400" rtl="0" eaLnBrk="1" latinLnBrk="0" hangingPunct="1"/>
                      <a:r>
                        <a:rPr lang="en-US" sz="1400" b="0" i="0" u="none" strike="noStrike" kern="1200" cap="none" dirty="0">
                          <a:solidFill>
                            <a:srgbClr val="002060"/>
                          </a:solidFill>
                          <a:latin typeface="Bookman Old Style" panose="02050604050505020204" pitchFamily="18" charset="0"/>
                          <a:ea typeface="+mn-ea"/>
                          <a:cs typeface="+mn-cs"/>
                        </a:rPr>
                        <a:t>2.</a:t>
                      </a:r>
                      <a:endParaRPr lang="en-IN" sz="1400" b="0" i="0" u="none" strike="noStrike" kern="1200" cap="none" dirty="0">
                        <a:solidFill>
                          <a:srgbClr val="002060"/>
                        </a:solidFill>
                        <a:latin typeface="Bookman Old Style" panose="02050604050505020204" pitchFamily="18" charset="0"/>
                        <a:ea typeface="+mn-ea"/>
                        <a:cs typeface="+mn-cs"/>
                      </a:endParaRPr>
                    </a:p>
                  </a:txBody>
                  <a:tcPr/>
                </a:tc>
                <a:tc rowSpan="4">
                  <a:txBody>
                    <a:bodyPr/>
                    <a:lstStyle/>
                    <a:p>
                      <a:pPr marL="0" algn="l" defTabSz="914400" rtl="0" eaLnBrk="1" latinLnBrk="0" hangingPunct="1"/>
                      <a:r>
                        <a:rPr lang="en-US" sz="1400" b="0" i="0" u="none" strike="noStrike" kern="1200" cap="none" dirty="0">
                          <a:solidFill>
                            <a:srgbClr val="002060"/>
                          </a:solidFill>
                          <a:latin typeface="Bookman Old Style" panose="02050604050505020204" pitchFamily="18" charset="0"/>
                          <a:ea typeface="+mn-ea"/>
                          <a:cs typeface="+mn-cs"/>
                        </a:rPr>
                        <a:t>Energy-Aware Operating System Using Kernel-Level Power Management</a:t>
                      </a:r>
                      <a:endParaRPr lang="en-IN" sz="1400" b="0" i="0" u="none" strike="noStrike" kern="1200" cap="none" dirty="0">
                        <a:solidFill>
                          <a:srgbClr val="002060"/>
                        </a:solidFill>
                        <a:latin typeface="Bookman Old Style" panose="02050604050505020204" pitchFamily="18" charset="0"/>
                        <a:ea typeface="+mn-ea"/>
                        <a:cs typeface="+mn-cs"/>
                        <a:sym typeface="Arial"/>
                      </a:endParaRPr>
                    </a:p>
                  </a:txBody>
                  <a:tcPr/>
                </a:tc>
                <a:tc>
                  <a:txBody>
                    <a:bodyPr/>
                    <a:lstStyle/>
                    <a:p>
                      <a:pPr marL="0" algn="l" defTabSz="914400" rtl="0" eaLnBrk="1" latinLnBrk="0" hangingPunct="1"/>
                      <a:r>
                        <a:rPr lang="pt-BR" sz="1400" b="0" i="0" u="none" strike="noStrike" kern="1200" cap="none" dirty="0">
                          <a:solidFill>
                            <a:srgbClr val="002060"/>
                          </a:solidFill>
                          <a:latin typeface="Bookman Old Style" panose="02050604050505020204" pitchFamily="18" charset="0"/>
                          <a:ea typeface="+mn-ea"/>
                          <a:cs typeface="+mn-cs"/>
                          <a:sym typeface="Arial"/>
                        </a:rPr>
                        <a:t>DOI: </a:t>
                      </a:r>
                      <a:r>
                        <a:rPr lang="en-IN" sz="1400" b="0" i="0" u="none" strike="noStrike" kern="1200" cap="none" dirty="0">
                          <a:solidFill>
                            <a:srgbClr val="002060"/>
                          </a:solidFill>
                          <a:latin typeface="Bookman Old Style" panose="02050604050505020204" pitchFamily="18" charset="0"/>
                          <a:ea typeface="+mn-ea"/>
                          <a:cs typeface="+mn-cs"/>
                          <a:sym typeface="Arial"/>
                        </a:rPr>
                        <a:t>https://www.sciencedirect.com/science/article/pii/S1877050921001095</a:t>
                      </a:r>
                    </a:p>
                  </a:txBody>
                  <a:tcPr/>
                </a:tc>
                <a:tc rowSpan="4">
                  <a:txBody>
                    <a:bodyPr/>
                    <a:lstStyle/>
                    <a:p>
                      <a:pPr marL="0" algn="l" defTabSz="914400" rtl="0" eaLnBrk="1" latinLnBrk="0" hangingPunct="1"/>
                      <a:r>
                        <a:rPr lang="en-US" sz="1400" b="0" i="0" u="none" strike="noStrike" kern="1200" cap="none" dirty="0">
                          <a:solidFill>
                            <a:srgbClr val="002060"/>
                          </a:solidFill>
                          <a:latin typeface="Bookman Old Style" panose="02050604050505020204" pitchFamily="18" charset="0"/>
                          <a:ea typeface="+mn-ea"/>
                          <a:cs typeface="+mn-cs"/>
                        </a:rPr>
                        <a:t>This paper proposes a kernel-level power management framework that dynamically adjusts CPU frequency, sleep states, and I/O scheduling. It reduces energy consumption by interacting directly with system hardware through kernel hooks and schedulers.</a:t>
                      </a:r>
                      <a:endParaRPr lang="en-IN" sz="1400" b="0" i="0" u="none" strike="noStrike" kern="1200" cap="none" dirty="0">
                        <a:solidFill>
                          <a:srgbClr val="002060"/>
                        </a:solidFill>
                        <a:latin typeface="Bookman Old Style" panose="02050604050505020204" pitchFamily="18" charset="0"/>
                        <a:ea typeface="+mn-ea"/>
                        <a:cs typeface="+mn-cs"/>
                        <a:sym typeface="Arial"/>
                      </a:endParaRPr>
                    </a:p>
                  </a:txBody>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dirty="0">
                          <a:solidFill>
                            <a:srgbClr val="002060"/>
                          </a:solidFill>
                          <a:latin typeface="Bookman Old Style" panose="02050604050505020204" pitchFamily="18" charset="0"/>
                          <a:ea typeface="+mn-ea"/>
                          <a:cs typeface="+mn-cs"/>
                        </a:rPr>
                        <a:t>Although it is kernel-based, it does not use AI or predictive models. The system follows rule-based scheduling rather than intelligent learning-based optimization.</a:t>
                      </a:r>
                    </a:p>
                    <a:p>
                      <a:pPr marL="0" algn="l" defTabSz="914400" rtl="0" eaLnBrk="1" latinLnBrk="0" hangingPunct="1"/>
                      <a:br>
                        <a:rPr lang="en-US" sz="1400" b="0" i="0" u="none" strike="noStrike" kern="1200" cap="none" dirty="0">
                          <a:solidFill>
                            <a:srgbClr val="002060"/>
                          </a:solidFill>
                          <a:latin typeface="Bookman Old Style" panose="02050604050505020204" pitchFamily="18" charset="0"/>
                          <a:ea typeface="+mn-ea"/>
                          <a:cs typeface="+mn-cs"/>
                          <a:sym typeface="Arial"/>
                        </a:rPr>
                      </a:br>
                      <a:endParaRPr lang="en-IN" sz="1400" b="0" i="0" u="none" strike="noStrike" kern="1200" cap="none" dirty="0">
                        <a:solidFill>
                          <a:srgbClr val="002060"/>
                        </a:solidFill>
                        <a:latin typeface="Bookman Old Style" panose="02050604050505020204" pitchFamily="18" charset="0"/>
                        <a:ea typeface="+mn-ea"/>
                        <a:cs typeface="+mn-cs"/>
                        <a:sym typeface="Arial"/>
                      </a:endParaRPr>
                    </a:p>
                  </a:txBody>
                  <a:tcPr/>
                </a:tc>
                <a:extLst>
                  <a:ext uri="{0D108BD9-81ED-4DB2-BD59-A6C34878D82A}">
                    <a16:rowId xmlns:a16="http://schemas.microsoft.com/office/drawing/2014/main" val="3192125950"/>
                  </a:ext>
                </a:extLst>
              </a:tr>
              <a:tr h="1096306">
                <a:tc vMerge="1">
                  <a:txBody>
                    <a:bodyPr/>
                    <a:lstStyle/>
                    <a:p>
                      <a:endParaRPr lang="en-IN" dirty="0"/>
                    </a:p>
                  </a:txBody>
                  <a:tcPr/>
                </a:tc>
                <a:tc vMerge="1">
                  <a:txBody>
                    <a:bodyPr/>
                    <a:lstStyle/>
                    <a:p>
                      <a:endParaRPr lang="en-IN" dirty="0"/>
                    </a:p>
                  </a:txBody>
                  <a:tcPr/>
                </a:tc>
                <a:tc>
                  <a:txBody>
                    <a:bodyPr/>
                    <a:lstStyle/>
                    <a:p>
                      <a:pPr marL="0" algn="l" defTabSz="914400" rtl="0" eaLnBrk="1" latinLnBrk="0" hangingPunct="1"/>
                      <a:r>
                        <a:rPr lang="en-US" sz="1400" b="0" i="0" u="none" strike="noStrike" kern="1200" cap="none" dirty="0">
                          <a:solidFill>
                            <a:srgbClr val="002060"/>
                          </a:solidFill>
                          <a:latin typeface="Bookman Old Style" panose="02050604050505020204" pitchFamily="18" charset="0"/>
                          <a:ea typeface="+mn-ea"/>
                          <a:cs typeface="+mn-cs"/>
                        </a:rPr>
                        <a:t>ACM Transactions on Embedded Computing Systems</a:t>
                      </a:r>
                      <a:endParaRPr lang="en-IN" sz="1400" b="0" i="0" u="none" strike="noStrike" kern="1200" cap="none" dirty="0">
                        <a:solidFill>
                          <a:srgbClr val="002060"/>
                        </a:solidFill>
                        <a:latin typeface="Bookman Old Style" panose="02050604050505020204" pitchFamily="18" charset="0"/>
                        <a:ea typeface="+mn-ea"/>
                        <a:cs typeface="+mn-cs"/>
                        <a:sym typeface="Arial"/>
                      </a:endParaRPr>
                    </a:p>
                  </a:txBody>
                  <a:tcPr/>
                </a:tc>
                <a:tc vMerge="1">
                  <a:txBody>
                    <a:bodyPr/>
                    <a:lstStyle/>
                    <a:p>
                      <a:endParaRPr lang="en-IN" dirty="0"/>
                    </a:p>
                  </a:txBody>
                  <a:tcPr/>
                </a:tc>
                <a:tc vMerge="1">
                  <a:txBody>
                    <a:bodyPr/>
                    <a:lstStyle/>
                    <a:p>
                      <a:endParaRPr lang="en-IN" dirty="0"/>
                    </a:p>
                  </a:txBody>
                  <a:tcPr/>
                </a:tc>
                <a:extLst>
                  <a:ext uri="{0D108BD9-81ED-4DB2-BD59-A6C34878D82A}">
                    <a16:rowId xmlns:a16="http://schemas.microsoft.com/office/drawing/2014/main" val="921861670"/>
                  </a:ext>
                </a:extLst>
              </a:tr>
              <a:tr h="1096306">
                <a:tc vMerge="1">
                  <a:txBody>
                    <a:bodyPr/>
                    <a:lstStyle/>
                    <a:p>
                      <a:endParaRPr lang="en-IN" dirty="0"/>
                    </a:p>
                  </a:txBody>
                  <a:tcPr/>
                </a:tc>
                <a:tc vMerge="1">
                  <a:txBody>
                    <a:bodyPr/>
                    <a:lstStyle/>
                    <a:p>
                      <a:endParaRPr lang="en-IN" dirty="0"/>
                    </a:p>
                  </a:txBody>
                  <a:tcPr/>
                </a:tc>
                <a:tc>
                  <a:txBody>
                    <a:bodyPr/>
                    <a:lstStyle/>
                    <a:p>
                      <a:pPr marL="0" algn="l" defTabSz="914400" rtl="0" eaLnBrk="1" latinLnBrk="0" hangingPunct="1"/>
                      <a:r>
                        <a:rPr lang="de-DE" sz="1400" b="0" i="0" u="none" strike="noStrike" kern="1200" cap="none" dirty="0">
                          <a:solidFill>
                            <a:srgbClr val="002060"/>
                          </a:solidFill>
                          <a:latin typeface="Bookman Old Style" panose="02050604050505020204" pitchFamily="18" charset="0"/>
                          <a:ea typeface="+mn-ea"/>
                          <a:cs typeface="+mn-cs"/>
                        </a:rPr>
                        <a:t>Chen Wei, Park Minho, Li Sheng</a:t>
                      </a:r>
                      <a:endParaRPr lang="en-IN" sz="1400" b="0" i="0" u="none" strike="noStrike" kern="1200" cap="none" dirty="0">
                        <a:solidFill>
                          <a:srgbClr val="002060"/>
                        </a:solidFill>
                        <a:latin typeface="Bookman Old Style" panose="02050604050505020204" pitchFamily="18" charset="0"/>
                        <a:ea typeface="+mn-ea"/>
                        <a:cs typeface="+mn-cs"/>
                        <a:sym typeface="Arial"/>
                      </a:endParaRPr>
                    </a:p>
                  </a:txBody>
                  <a:tcPr/>
                </a:tc>
                <a:tc vMerge="1">
                  <a:txBody>
                    <a:bodyPr/>
                    <a:lstStyle/>
                    <a:p>
                      <a:endParaRPr lang="en-IN" dirty="0"/>
                    </a:p>
                  </a:txBody>
                  <a:tcPr/>
                </a:tc>
                <a:tc vMerge="1">
                  <a:txBody>
                    <a:bodyPr/>
                    <a:lstStyle/>
                    <a:p>
                      <a:endParaRPr lang="en-IN" dirty="0"/>
                    </a:p>
                  </a:txBody>
                  <a:tcPr/>
                </a:tc>
                <a:extLst>
                  <a:ext uri="{0D108BD9-81ED-4DB2-BD59-A6C34878D82A}">
                    <a16:rowId xmlns:a16="http://schemas.microsoft.com/office/drawing/2014/main" val="282440499"/>
                  </a:ext>
                </a:extLst>
              </a:tr>
              <a:tr h="1096306">
                <a:tc vMerge="1">
                  <a:txBody>
                    <a:bodyPr/>
                    <a:lstStyle/>
                    <a:p>
                      <a:endParaRPr lang="en-IN" dirty="0"/>
                    </a:p>
                  </a:txBody>
                  <a:tcPr/>
                </a:tc>
                <a:tc vMerge="1">
                  <a:txBody>
                    <a:bodyPr/>
                    <a:lstStyle/>
                    <a:p>
                      <a:endParaRPr lang="en-IN" dirty="0"/>
                    </a:p>
                  </a:txBody>
                  <a:tcPr/>
                </a:tc>
                <a:tc>
                  <a:txBody>
                    <a:bodyPr/>
                    <a:lstStyle/>
                    <a:p>
                      <a:pPr marL="0" algn="l" defTabSz="914400" rtl="0" eaLnBrk="1" fontAlgn="base" latinLnBrk="0" hangingPunct="1"/>
                      <a:r>
                        <a:rPr lang="en-IN" sz="1400" b="0" i="0" u="none" strike="noStrike" kern="1200" cap="none" dirty="0">
                          <a:solidFill>
                            <a:srgbClr val="002060"/>
                          </a:solidFill>
                          <a:latin typeface="Bookman Old Style" panose="02050604050505020204" pitchFamily="18" charset="0"/>
                          <a:ea typeface="+mn-ea"/>
                          <a:cs typeface="+mn-cs"/>
                          <a:sym typeface="Arial"/>
                        </a:rPr>
                        <a:t>2022</a:t>
                      </a:r>
                      <a:endParaRPr lang="en-US" sz="1400" b="0" i="0" u="none" strike="noStrike" kern="1200" cap="none" dirty="0">
                        <a:solidFill>
                          <a:srgbClr val="002060"/>
                        </a:solidFill>
                        <a:latin typeface="Bookman Old Style" panose="02050604050505020204" pitchFamily="18" charset="0"/>
                        <a:ea typeface="+mn-ea"/>
                        <a:cs typeface="+mn-cs"/>
                        <a:sym typeface="Arial"/>
                      </a:endParaRPr>
                    </a:p>
                  </a:txBody>
                  <a:tcPr/>
                </a:tc>
                <a:tc vMerge="1">
                  <a:txBody>
                    <a:bodyPr/>
                    <a:lstStyle/>
                    <a:p>
                      <a:endParaRPr lang="en-IN" dirty="0"/>
                    </a:p>
                  </a:txBody>
                  <a:tcPr/>
                </a:tc>
                <a:tc vMerge="1">
                  <a:txBody>
                    <a:bodyPr/>
                    <a:lstStyle/>
                    <a:p>
                      <a:endParaRPr lang="en-IN" dirty="0"/>
                    </a:p>
                  </a:txBody>
                  <a:tcPr/>
                </a:tc>
                <a:extLst>
                  <a:ext uri="{0D108BD9-81ED-4DB2-BD59-A6C34878D82A}">
                    <a16:rowId xmlns:a16="http://schemas.microsoft.com/office/drawing/2014/main" val="764440843"/>
                  </a:ext>
                </a:extLst>
              </a:tr>
            </a:tbl>
          </a:graphicData>
        </a:graphic>
      </p:graphicFrame>
    </p:spTree>
    <p:extLst>
      <p:ext uri="{BB962C8B-B14F-4D97-AF65-F5344CB8AC3E}">
        <p14:creationId xmlns:p14="http://schemas.microsoft.com/office/powerpoint/2010/main" val="1155418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17628-102B-93DA-3BD2-255D38BC619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B70AC6E-22B1-0DAA-5CAB-B79FBF9711BA}"/>
              </a:ext>
            </a:extLst>
          </p:cNvPr>
          <p:cNvSpPr>
            <a:spLocks noGrp="1"/>
          </p:cNvSpPr>
          <p:nvPr>
            <p:ph idx="1"/>
          </p:nvPr>
        </p:nvSpPr>
        <p:spPr>
          <a:xfrm>
            <a:off x="174813" y="1258281"/>
            <a:ext cx="11842377" cy="5454049"/>
          </a:xfrm>
        </p:spPr>
        <p:txBody>
          <a:bodyPr>
            <a:normAutofit fontScale="92500" lnSpcReduction="10000"/>
          </a:bodyPr>
          <a:lstStyle/>
          <a:p>
            <a:r>
              <a:rPr lang="en-IN" dirty="0"/>
              <a:t>Continuously collect real-time system metrics including CPU utilization and process count.</a:t>
            </a:r>
          </a:p>
          <a:p>
            <a:r>
              <a:rPr lang="en-IN" dirty="0"/>
              <a:t>Preprocess the collected data to normalize values for accurate analysis.</a:t>
            </a:r>
          </a:p>
          <a:p>
            <a:r>
              <a:rPr lang="en-IN" dirty="0"/>
              <a:t>Apply a machine learning–based model to predict system stress levels.</a:t>
            </a:r>
          </a:p>
          <a:p>
            <a:r>
              <a:rPr lang="en-IN" dirty="0"/>
              <a:t>Classify system state into different power modes based on defined thresholds.</a:t>
            </a:r>
          </a:p>
          <a:p>
            <a:r>
              <a:rPr lang="en-IN" dirty="0"/>
              <a:t>Adjust process priorities dynamically using nice values to reduce power consumption.</a:t>
            </a:r>
          </a:p>
          <a:p>
            <a:r>
              <a:rPr lang="en-IN" dirty="0"/>
              <a:t>Apply changes at the operating system level without modifying hardware.</a:t>
            </a:r>
          </a:p>
          <a:p>
            <a:r>
              <a:rPr lang="en-IN" dirty="0"/>
              <a:t>Re-evaluate system conditions periodically to ensure adaptive battery optimization. </a:t>
            </a:r>
          </a:p>
        </p:txBody>
      </p:sp>
      <p:sp>
        <p:nvSpPr>
          <p:cNvPr id="3" name="Date Placeholder 2">
            <a:extLst>
              <a:ext uri="{FF2B5EF4-FFF2-40B4-BE49-F238E27FC236}">
                <a16:creationId xmlns:a16="http://schemas.microsoft.com/office/drawing/2014/main" id="{F3D083B6-107B-307A-049A-C896A59D2CC6}"/>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6320CE7D-80ED-C3CF-FA05-20610BCCC0FF}"/>
              </a:ext>
            </a:extLst>
          </p:cNvPr>
          <p:cNvSpPr>
            <a:spLocks noGrp="1"/>
          </p:cNvSpPr>
          <p:nvPr>
            <p:ph type="sldNum" sz="quarter" idx="12"/>
          </p:nvPr>
        </p:nvSpPr>
        <p:spPr/>
        <p:txBody>
          <a:bodyPr/>
          <a:lstStyle/>
          <a:p>
            <a:r>
              <a:rPr lang="en-IN" dirty="0"/>
              <a:t>Slide No. </a:t>
            </a:r>
            <a:fld id="{9BA15CD2-76D6-4EFE-91D9-7087332E3318}" type="slidenum">
              <a:rPr lang="en-IN" smtClean="0"/>
              <a:pPr/>
              <a:t>9</a:t>
            </a:fld>
            <a:endParaRPr lang="en-IN" dirty="0"/>
          </a:p>
        </p:txBody>
      </p:sp>
      <p:sp>
        <p:nvSpPr>
          <p:cNvPr id="2" name="Title 1">
            <a:extLst>
              <a:ext uri="{FF2B5EF4-FFF2-40B4-BE49-F238E27FC236}">
                <a16:creationId xmlns:a16="http://schemas.microsoft.com/office/drawing/2014/main" id="{9B302BF9-55B9-4383-05BC-5189E61C97F4}"/>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Methodology</a:t>
            </a:r>
            <a:endParaRPr lang="en-US" sz="4000" dirty="0"/>
          </a:p>
        </p:txBody>
      </p:sp>
    </p:spTree>
    <p:extLst>
      <p:ext uri="{BB962C8B-B14F-4D97-AF65-F5344CB8AC3E}">
        <p14:creationId xmlns:p14="http://schemas.microsoft.com/office/powerpoint/2010/main" val="4145172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89F5F6A-91DB-61EB-2D7E-46584DAC5F09}"/>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FD8573AC-C9FD-9649-41BA-A32D65F0AE9B}"/>
              </a:ext>
            </a:extLst>
          </p:cNvPr>
          <p:cNvSpPr>
            <a:spLocks noGrp="1"/>
          </p:cNvSpPr>
          <p:nvPr>
            <p:ph type="sldNum" sz="quarter" idx="12"/>
          </p:nvPr>
        </p:nvSpPr>
        <p:spPr/>
        <p:txBody>
          <a:bodyPr/>
          <a:lstStyle/>
          <a:p>
            <a:fld id="{9BA15CD2-76D6-4EFE-91D9-7087332E3318}" type="slidenum">
              <a:rPr lang="en-IN" smtClean="0"/>
              <a:pPr/>
              <a:t>10</a:t>
            </a:fld>
            <a:endParaRPr lang="en-IN" dirty="0"/>
          </a:p>
        </p:txBody>
      </p:sp>
      <p:pic>
        <p:nvPicPr>
          <p:cNvPr id="2" name="Picture 1">
            <a:extLst>
              <a:ext uri="{FF2B5EF4-FFF2-40B4-BE49-F238E27FC236}">
                <a16:creationId xmlns:a16="http://schemas.microsoft.com/office/drawing/2014/main" id="{B52531BA-4200-5720-CFEF-AAF16E7842A5}"/>
              </a:ext>
            </a:extLst>
          </p:cNvPr>
          <p:cNvPicPr>
            <a:picLocks noChangeAspect="1"/>
          </p:cNvPicPr>
          <p:nvPr/>
        </p:nvPicPr>
        <p:blipFill>
          <a:blip r:embed="rId2"/>
          <a:stretch>
            <a:fillRect/>
          </a:stretch>
        </p:blipFill>
        <p:spPr>
          <a:xfrm>
            <a:off x="1814574" y="871987"/>
            <a:ext cx="8562852" cy="4589560"/>
          </a:xfrm>
          <a:prstGeom prst="rect">
            <a:avLst/>
          </a:prstGeom>
          <a:ln w="88900" cap="sq" cmpd="thickThin">
            <a:solidFill>
              <a:srgbClr val="000000"/>
            </a:solidFill>
            <a:prstDash val="solid"/>
            <a:miter lim="800000"/>
          </a:ln>
          <a:effectLst>
            <a:innerShdw blurRad="76200">
              <a:srgbClr val="000000"/>
            </a:innerShdw>
          </a:effectLst>
        </p:spPr>
      </p:pic>
      <p:sp>
        <p:nvSpPr>
          <p:cNvPr id="5" name="Content Placeholder 1">
            <a:extLst>
              <a:ext uri="{FF2B5EF4-FFF2-40B4-BE49-F238E27FC236}">
                <a16:creationId xmlns:a16="http://schemas.microsoft.com/office/drawing/2014/main" id="{0519C52E-3E5D-EF48-0427-484B10C05C2B}"/>
              </a:ext>
            </a:extLst>
          </p:cNvPr>
          <p:cNvSpPr>
            <a:spLocks noGrp="1"/>
          </p:cNvSpPr>
          <p:nvPr>
            <p:ph idx="1"/>
          </p:nvPr>
        </p:nvSpPr>
        <p:spPr>
          <a:xfrm>
            <a:off x="4375022" y="5599165"/>
            <a:ext cx="3723949" cy="459991"/>
          </a:xfrm>
        </p:spPr>
        <p:txBody>
          <a:bodyPr>
            <a:normAutofit/>
          </a:bodyPr>
          <a:lstStyle/>
          <a:p>
            <a:pPr marL="0" indent="0" algn="ctr">
              <a:buNone/>
            </a:pPr>
            <a:r>
              <a:rPr lang="en-IN" sz="1600" dirty="0"/>
              <a:t>Figure 1 : Flowchart</a:t>
            </a:r>
          </a:p>
        </p:txBody>
      </p:sp>
    </p:spTree>
    <p:extLst>
      <p:ext uri="{BB962C8B-B14F-4D97-AF65-F5344CB8AC3E}">
        <p14:creationId xmlns:p14="http://schemas.microsoft.com/office/powerpoint/2010/main" val="4288740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F7CB4-6837-8F46-AE45-532D980A049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BE806D0-9B89-C26C-864C-096BD725C60B}"/>
              </a:ext>
            </a:extLst>
          </p:cNvPr>
          <p:cNvSpPr>
            <a:spLocks noGrp="1"/>
          </p:cNvSpPr>
          <p:nvPr>
            <p:ph idx="1"/>
          </p:nvPr>
        </p:nvSpPr>
        <p:spPr>
          <a:xfrm>
            <a:off x="174812" y="1067363"/>
            <a:ext cx="11842377" cy="5373631"/>
          </a:xfrm>
        </p:spPr>
        <p:txBody>
          <a:bodyPr>
            <a:normAutofit fontScale="92500" lnSpcReduction="10000"/>
          </a:bodyPr>
          <a:lstStyle/>
          <a:p>
            <a:r>
              <a:rPr lang="en-IN" dirty="0"/>
              <a:t>The system is designed as a modular OS-level battery optimization framework.</a:t>
            </a:r>
          </a:p>
          <a:p>
            <a:r>
              <a:rPr lang="en-IN" dirty="0"/>
              <a:t>A monitoring module collects CPU utilization and process count at fixed intervals.</a:t>
            </a:r>
          </a:p>
          <a:p>
            <a:r>
              <a:rPr lang="en-IN" dirty="0"/>
              <a:t>A machine learning model </a:t>
            </a:r>
            <a:r>
              <a:rPr lang="en-IN" dirty="0" err="1"/>
              <a:t>analyzes</a:t>
            </a:r>
            <a:r>
              <a:rPr lang="en-IN" dirty="0"/>
              <a:t> the collected data to estimate system stress.</a:t>
            </a:r>
          </a:p>
          <a:p>
            <a:r>
              <a:rPr lang="en-IN" dirty="0"/>
              <a:t>Power modes are defined based on stress thresholds for efficient battery usage.</a:t>
            </a:r>
          </a:p>
          <a:p>
            <a:r>
              <a:rPr lang="en-IN" dirty="0"/>
              <a:t>Process priorities are adjusted using nice values according to the selected power mode.</a:t>
            </a:r>
          </a:p>
          <a:p>
            <a:r>
              <a:rPr lang="en-IN" dirty="0"/>
              <a:t>The implementation runs in user space and interacts with the operating system scheduler.</a:t>
            </a:r>
          </a:p>
          <a:p>
            <a:r>
              <a:rPr lang="en-IN" dirty="0"/>
              <a:t>The system operates continuously and adapts dynamically to workload changes. </a:t>
            </a:r>
          </a:p>
        </p:txBody>
      </p:sp>
      <p:sp>
        <p:nvSpPr>
          <p:cNvPr id="3" name="Date Placeholder 2">
            <a:extLst>
              <a:ext uri="{FF2B5EF4-FFF2-40B4-BE49-F238E27FC236}">
                <a16:creationId xmlns:a16="http://schemas.microsoft.com/office/drawing/2014/main" id="{B3317859-075D-E2ED-B5D6-EF932D325008}"/>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009002ED-4DED-4F6C-3CAC-B492AB747400}"/>
              </a:ext>
            </a:extLst>
          </p:cNvPr>
          <p:cNvSpPr>
            <a:spLocks noGrp="1"/>
          </p:cNvSpPr>
          <p:nvPr>
            <p:ph type="sldNum" sz="quarter" idx="12"/>
          </p:nvPr>
        </p:nvSpPr>
        <p:spPr/>
        <p:txBody>
          <a:bodyPr/>
          <a:lstStyle/>
          <a:p>
            <a:r>
              <a:rPr lang="en-IN" dirty="0"/>
              <a:t>Slide No. </a:t>
            </a:r>
            <a:fld id="{9BA15CD2-76D6-4EFE-91D9-7087332E3318}" type="slidenum">
              <a:rPr lang="en-IN" smtClean="0"/>
              <a:pPr/>
              <a:t>11</a:t>
            </a:fld>
            <a:endParaRPr lang="en-IN" dirty="0"/>
          </a:p>
        </p:txBody>
      </p:sp>
      <p:sp>
        <p:nvSpPr>
          <p:cNvPr id="2" name="Title 1">
            <a:extLst>
              <a:ext uri="{FF2B5EF4-FFF2-40B4-BE49-F238E27FC236}">
                <a16:creationId xmlns:a16="http://schemas.microsoft.com/office/drawing/2014/main" id="{FF205A08-EB43-A89D-82BE-7DCCB5E8DF18}"/>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Design and Implementation</a:t>
            </a:r>
            <a:endParaRPr lang="en-US" sz="4000" dirty="0"/>
          </a:p>
        </p:txBody>
      </p:sp>
    </p:spTree>
    <p:extLst>
      <p:ext uri="{BB962C8B-B14F-4D97-AF65-F5344CB8AC3E}">
        <p14:creationId xmlns:p14="http://schemas.microsoft.com/office/powerpoint/2010/main" val="3778649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D32933-C00C-3950-BCD7-4E6575772068}"/>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83DE1580-2253-FEEF-735B-9BC10EFD6D34}"/>
              </a:ext>
            </a:extLst>
          </p:cNvPr>
          <p:cNvSpPr>
            <a:spLocks noGrp="1"/>
          </p:cNvSpPr>
          <p:nvPr>
            <p:ph type="sldNum" sz="quarter" idx="12"/>
          </p:nvPr>
        </p:nvSpPr>
        <p:spPr/>
        <p:txBody>
          <a:bodyPr/>
          <a:lstStyle/>
          <a:p>
            <a:fld id="{9BA15CD2-76D6-4EFE-91D9-7087332E3318}" type="slidenum">
              <a:rPr lang="en-IN" smtClean="0"/>
              <a:pPr/>
              <a:t>12</a:t>
            </a:fld>
            <a:endParaRPr lang="en-IN" dirty="0"/>
          </a:p>
        </p:txBody>
      </p:sp>
      <p:sp>
        <p:nvSpPr>
          <p:cNvPr id="7" name="TextBox 6">
            <a:extLst>
              <a:ext uri="{FF2B5EF4-FFF2-40B4-BE49-F238E27FC236}">
                <a16:creationId xmlns:a16="http://schemas.microsoft.com/office/drawing/2014/main" id="{F5DAE9F4-88A7-17F6-324E-697C2EAECA04}"/>
              </a:ext>
            </a:extLst>
          </p:cNvPr>
          <p:cNvSpPr txBox="1"/>
          <p:nvPr/>
        </p:nvSpPr>
        <p:spPr>
          <a:xfrm>
            <a:off x="2768095" y="60522"/>
            <a:ext cx="9249093" cy="707886"/>
          </a:xfrm>
          <a:prstGeom prst="rect">
            <a:avLst/>
          </a:prstGeom>
          <a:noFill/>
        </p:spPr>
        <p:txBody>
          <a:bodyPr wrap="square">
            <a:spAutoFit/>
          </a:bodyPr>
          <a:lstStyle/>
          <a:p>
            <a:r>
              <a:rPr lang="en-IN" sz="4000" b="1" dirty="0">
                <a:solidFill>
                  <a:srgbClr val="C00000"/>
                </a:solidFill>
                <a:latin typeface="Bookman Old Style" panose="02050604050505020204" pitchFamily="18" charset="0"/>
              </a:rPr>
              <a:t>Design and Implementation</a:t>
            </a:r>
            <a:endParaRPr lang="en-US" sz="4000" b="1" dirty="0">
              <a:solidFill>
                <a:srgbClr val="C00000"/>
              </a:solidFill>
              <a:latin typeface="Bookman Old Style" panose="02050604050505020204" pitchFamily="18" charset="0"/>
            </a:endParaRPr>
          </a:p>
        </p:txBody>
      </p:sp>
      <p:pic>
        <p:nvPicPr>
          <p:cNvPr id="2" name="Picture 1">
            <a:extLst>
              <a:ext uri="{FF2B5EF4-FFF2-40B4-BE49-F238E27FC236}">
                <a16:creationId xmlns:a16="http://schemas.microsoft.com/office/drawing/2014/main" id="{9ED50AD5-E745-594D-BC8E-31DA666569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4813" y="1343272"/>
            <a:ext cx="5824053" cy="3451679"/>
          </a:xfrm>
          <a:prstGeom prst="rect">
            <a:avLst/>
          </a:prstGeom>
        </p:spPr>
      </p:pic>
      <p:pic>
        <p:nvPicPr>
          <p:cNvPr id="6" name="Picture 5">
            <a:extLst>
              <a:ext uri="{FF2B5EF4-FFF2-40B4-BE49-F238E27FC236}">
                <a16:creationId xmlns:a16="http://schemas.microsoft.com/office/drawing/2014/main" id="{3F559130-9A2A-09C9-659A-D1243057C444}"/>
              </a:ext>
            </a:extLst>
          </p:cNvPr>
          <p:cNvPicPr>
            <a:picLocks noChangeAspect="1"/>
          </p:cNvPicPr>
          <p:nvPr/>
        </p:nvPicPr>
        <p:blipFill>
          <a:blip r:embed="rId3"/>
          <a:stretch>
            <a:fillRect/>
          </a:stretch>
        </p:blipFill>
        <p:spPr>
          <a:xfrm>
            <a:off x="6193136" y="1343272"/>
            <a:ext cx="5744306" cy="3451679"/>
          </a:xfrm>
          <a:prstGeom prst="rect">
            <a:avLst/>
          </a:prstGeom>
        </p:spPr>
      </p:pic>
      <p:sp>
        <p:nvSpPr>
          <p:cNvPr id="8" name="Content Placeholder 1">
            <a:extLst>
              <a:ext uri="{FF2B5EF4-FFF2-40B4-BE49-F238E27FC236}">
                <a16:creationId xmlns:a16="http://schemas.microsoft.com/office/drawing/2014/main" id="{6CC78517-2594-B03F-E5F1-4DFB44840F97}"/>
              </a:ext>
            </a:extLst>
          </p:cNvPr>
          <p:cNvSpPr>
            <a:spLocks noGrp="1"/>
          </p:cNvSpPr>
          <p:nvPr>
            <p:ph idx="1"/>
          </p:nvPr>
        </p:nvSpPr>
        <p:spPr>
          <a:xfrm>
            <a:off x="7281418" y="5098926"/>
            <a:ext cx="4133509" cy="459991"/>
          </a:xfrm>
        </p:spPr>
        <p:txBody>
          <a:bodyPr>
            <a:normAutofit fontScale="55000" lnSpcReduction="20000"/>
          </a:bodyPr>
          <a:lstStyle/>
          <a:p>
            <a:pPr marL="0" indent="0">
              <a:buNone/>
            </a:pPr>
            <a:r>
              <a:rPr lang="en-US" dirty="0"/>
              <a:t>Figure 3: Power Mode Prediction Interface</a:t>
            </a:r>
            <a:endParaRPr lang="en-IN" dirty="0"/>
          </a:p>
        </p:txBody>
      </p:sp>
      <p:sp>
        <p:nvSpPr>
          <p:cNvPr id="9" name="Content Placeholder 1">
            <a:extLst>
              <a:ext uri="{FF2B5EF4-FFF2-40B4-BE49-F238E27FC236}">
                <a16:creationId xmlns:a16="http://schemas.microsoft.com/office/drawing/2014/main" id="{A0D1B992-40AD-6801-F8D1-B2F831E499F6}"/>
              </a:ext>
            </a:extLst>
          </p:cNvPr>
          <p:cNvSpPr txBox="1">
            <a:spLocks/>
          </p:cNvSpPr>
          <p:nvPr/>
        </p:nvSpPr>
        <p:spPr>
          <a:xfrm>
            <a:off x="1522965" y="5062224"/>
            <a:ext cx="3723949" cy="459991"/>
          </a:xfrm>
          <a:prstGeom prst="rect">
            <a:avLst/>
          </a:prstGeom>
          <a:ln>
            <a:noFill/>
          </a:ln>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Bookman Old Style" panose="020506040505050202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ookman Old Style" panose="0205060405050502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Bookman Old Style" panose="0205060405050502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Bookman Old Style" panose="0205060405050502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Bookman Old Style" panose="0205060405050502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Figure 2: AI Battery Saver Dashboard</a:t>
            </a:r>
            <a:endParaRPr lang="en-IN" dirty="0"/>
          </a:p>
        </p:txBody>
      </p:sp>
    </p:spTree>
    <p:extLst>
      <p:ext uri="{BB962C8B-B14F-4D97-AF65-F5344CB8AC3E}">
        <p14:creationId xmlns:p14="http://schemas.microsoft.com/office/powerpoint/2010/main" val="69640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800DED5-F26D-203A-449C-138373BC2037}"/>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0AB33AB8-15DA-3921-0FE0-118E5DC88480}"/>
              </a:ext>
            </a:extLst>
          </p:cNvPr>
          <p:cNvSpPr>
            <a:spLocks noGrp="1"/>
          </p:cNvSpPr>
          <p:nvPr>
            <p:ph type="sldNum" sz="quarter" idx="12"/>
          </p:nvPr>
        </p:nvSpPr>
        <p:spPr/>
        <p:txBody>
          <a:bodyPr/>
          <a:lstStyle/>
          <a:p>
            <a:fld id="{9BA15CD2-76D6-4EFE-91D9-7087332E3318}" type="slidenum">
              <a:rPr lang="en-IN" smtClean="0"/>
              <a:pPr/>
              <a:t>13</a:t>
            </a:fld>
            <a:endParaRPr lang="en-IN" dirty="0"/>
          </a:p>
        </p:txBody>
      </p:sp>
      <p:pic>
        <p:nvPicPr>
          <p:cNvPr id="5" name="Picture 4">
            <a:extLst>
              <a:ext uri="{FF2B5EF4-FFF2-40B4-BE49-F238E27FC236}">
                <a16:creationId xmlns:a16="http://schemas.microsoft.com/office/drawing/2014/main" id="{6B23EB33-9152-7B7D-D20A-B24CA9990177}"/>
              </a:ext>
            </a:extLst>
          </p:cNvPr>
          <p:cNvPicPr>
            <a:picLocks noChangeAspect="1"/>
          </p:cNvPicPr>
          <p:nvPr/>
        </p:nvPicPr>
        <p:blipFill rotWithShape="1">
          <a:blip r:embed="rId2">
            <a:extLst>
              <a:ext uri="{28A0092B-C50C-407E-A947-70E740481C1C}">
                <a14:useLocalDpi xmlns:a14="http://schemas.microsoft.com/office/drawing/2010/main" val="0"/>
              </a:ext>
            </a:extLst>
          </a:blip>
          <a:srcRect b="28259"/>
          <a:stretch>
            <a:fillRect/>
          </a:stretch>
        </p:blipFill>
        <p:spPr bwMode="auto">
          <a:xfrm>
            <a:off x="811927" y="1214949"/>
            <a:ext cx="4719217" cy="3949904"/>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A5D1E7C7-856C-9615-DDBE-3C67647DF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3825" y="1220878"/>
            <a:ext cx="5854607" cy="3943975"/>
          </a:xfrm>
          <a:prstGeom prst="rect">
            <a:avLst/>
          </a:prstGeom>
        </p:spPr>
      </p:pic>
      <p:sp>
        <p:nvSpPr>
          <p:cNvPr id="7" name="TextBox 6">
            <a:extLst>
              <a:ext uri="{FF2B5EF4-FFF2-40B4-BE49-F238E27FC236}">
                <a16:creationId xmlns:a16="http://schemas.microsoft.com/office/drawing/2014/main" id="{20A7E496-319E-7AE2-EA05-4CCA352334FA}"/>
              </a:ext>
            </a:extLst>
          </p:cNvPr>
          <p:cNvSpPr txBox="1"/>
          <p:nvPr/>
        </p:nvSpPr>
        <p:spPr>
          <a:xfrm>
            <a:off x="2768095" y="60522"/>
            <a:ext cx="9249093" cy="707886"/>
          </a:xfrm>
          <a:prstGeom prst="rect">
            <a:avLst/>
          </a:prstGeom>
          <a:noFill/>
        </p:spPr>
        <p:txBody>
          <a:bodyPr wrap="square">
            <a:spAutoFit/>
          </a:bodyPr>
          <a:lstStyle/>
          <a:p>
            <a:r>
              <a:rPr lang="en-IN" sz="4000" b="1" dirty="0">
                <a:solidFill>
                  <a:srgbClr val="C00000"/>
                </a:solidFill>
                <a:latin typeface="Bookman Old Style" panose="02050604050505020204" pitchFamily="18" charset="0"/>
              </a:rPr>
              <a:t>Design and Implementation</a:t>
            </a:r>
            <a:endParaRPr lang="en-US" sz="4000" b="1" dirty="0">
              <a:solidFill>
                <a:srgbClr val="C00000"/>
              </a:solidFill>
              <a:latin typeface="Bookman Old Style" panose="02050604050505020204" pitchFamily="18" charset="0"/>
            </a:endParaRPr>
          </a:p>
        </p:txBody>
      </p:sp>
      <p:sp>
        <p:nvSpPr>
          <p:cNvPr id="8" name="Content Placeholder 1">
            <a:extLst>
              <a:ext uri="{FF2B5EF4-FFF2-40B4-BE49-F238E27FC236}">
                <a16:creationId xmlns:a16="http://schemas.microsoft.com/office/drawing/2014/main" id="{61E96875-3A39-36E6-244A-2226C58072ED}"/>
              </a:ext>
            </a:extLst>
          </p:cNvPr>
          <p:cNvSpPr txBox="1">
            <a:spLocks/>
          </p:cNvSpPr>
          <p:nvPr/>
        </p:nvSpPr>
        <p:spPr>
          <a:xfrm>
            <a:off x="3708813" y="5526033"/>
            <a:ext cx="4570023" cy="459991"/>
          </a:xfrm>
          <a:prstGeom prst="rect">
            <a:avLst/>
          </a:prstGeom>
          <a:ln>
            <a:noFill/>
          </a:ln>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Bookman Old Style" panose="020506040505050202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ookman Old Style" panose="0205060405050502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Bookman Old Style" panose="0205060405050502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Bookman Old Style" panose="0205060405050502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Bookman Old Style" panose="0205060405050502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Figure 4 : AI Battery Saver Backend Terminals</a:t>
            </a:r>
            <a:endParaRPr lang="en-IN" dirty="0"/>
          </a:p>
        </p:txBody>
      </p:sp>
    </p:spTree>
    <p:extLst>
      <p:ext uri="{BB962C8B-B14F-4D97-AF65-F5344CB8AC3E}">
        <p14:creationId xmlns:p14="http://schemas.microsoft.com/office/powerpoint/2010/main" val="368937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CF87-C853-8E73-1B89-7EFCCF7B95C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D712D86-F28F-6CBA-57DC-23293FA8805B}"/>
              </a:ext>
            </a:extLst>
          </p:cNvPr>
          <p:cNvSpPr>
            <a:spLocks noGrp="1"/>
          </p:cNvSpPr>
          <p:nvPr>
            <p:ph idx="1"/>
          </p:nvPr>
        </p:nvSpPr>
        <p:spPr>
          <a:xfrm>
            <a:off x="174811" y="1258282"/>
            <a:ext cx="11842377" cy="4918680"/>
          </a:xfrm>
        </p:spPr>
        <p:txBody>
          <a:bodyPr/>
          <a:lstStyle/>
          <a:p>
            <a:r>
              <a:rPr lang="en-IN" dirty="0"/>
              <a:t>Linux operating system</a:t>
            </a:r>
          </a:p>
          <a:p>
            <a:r>
              <a:rPr lang="en-IN" dirty="0"/>
              <a:t>Python for system monitoring and control</a:t>
            </a:r>
          </a:p>
          <a:p>
            <a:r>
              <a:rPr lang="en-IN" dirty="0"/>
              <a:t>Machine learning model (Logistic Regression)</a:t>
            </a:r>
          </a:p>
          <a:p>
            <a:r>
              <a:rPr lang="en-IN" dirty="0"/>
              <a:t>System utilities for CPU and process monitoring</a:t>
            </a:r>
          </a:p>
          <a:p>
            <a:r>
              <a:rPr lang="en-IN" dirty="0"/>
              <a:t>nice command for priority adjustment</a:t>
            </a:r>
          </a:p>
        </p:txBody>
      </p:sp>
      <p:sp>
        <p:nvSpPr>
          <p:cNvPr id="3" name="Date Placeholder 2">
            <a:extLst>
              <a:ext uri="{FF2B5EF4-FFF2-40B4-BE49-F238E27FC236}">
                <a16:creationId xmlns:a16="http://schemas.microsoft.com/office/drawing/2014/main" id="{1D732D01-E83F-0978-876D-3786B9669C2F}"/>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2BE623C8-1705-96F5-E7C3-BA31E3B5F577}"/>
              </a:ext>
            </a:extLst>
          </p:cNvPr>
          <p:cNvSpPr>
            <a:spLocks noGrp="1"/>
          </p:cNvSpPr>
          <p:nvPr>
            <p:ph type="sldNum" sz="quarter" idx="12"/>
          </p:nvPr>
        </p:nvSpPr>
        <p:spPr/>
        <p:txBody>
          <a:bodyPr/>
          <a:lstStyle/>
          <a:p>
            <a:r>
              <a:rPr lang="en-IN" dirty="0"/>
              <a:t>Slide No. </a:t>
            </a:r>
            <a:fld id="{9BA15CD2-76D6-4EFE-91D9-7087332E3318}" type="slidenum">
              <a:rPr lang="en-IN" smtClean="0"/>
              <a:pPr/>
              <a:t>14</a:t>
            </a:fld>
            <a:endParaRPr lang="en-IN" dirty="0"/>
          </a:p>
        </p:txBody>
      </p:sp>
      <p:sp>
        <p:nvSpPr>
          <p:cNvPr id="2" name="Title 1">
            <a:extLst>
              <a:ext uri="{FF2B5EF4-FFF2-40B4-BE49-F238E27FC236}">
                <a16:creationId xmlns:a16="http://schemas.microsoft.com/office/drawing/2014/main" id="{5BC0189A-0A68-5C05-CEFD-C081685EDF88}"/>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Components and Tools Used</a:t>
            </a:r>
            <a:endParaRPr lang="en-US" sz="4000" dirty="0"/>
          </a:p>
        </p:txBody>
      </p:sp>
    </p:spTree>
    <p:extLst>
      <p:ext uri="{BB962C8B-B14F-4D97-AF65-F5344CB8AC3E}">
        <p14:creationId xmlns:p14="http://schemas.microsoft.com/office/powerpoint/2010/main" val="951296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C888C-4575-335B-FA8F-F2C2631CFE39}"/>
              </a:ext>
            </a:extLst>
          </p:cNvPr>
          <p:cNvSpPr>
            <a:spLocks noGrp="1"/>
          </p:cNvSpPr>
          <p:nvPr>
            <p:ph idx="1"/>
          </p:nvPr>
        </p:nvSpPr>
        <p:spPr>
          <a:xfrm>
            <a:off x="174811" y="1117600"/>
            <a:ext cx="11842377" cy="5229605"/>
          </a:xfrm>
        </p:spPr>
        <p:txBody>
          <a:bodyPr>
            <a:normAutofit/>
          </a:bodyPr>
          <a:lstStyle/>
          <a:p>
            <a:r>
              <a:rPr lang="en-US" dirty="0"/>
              <a:t>System metrics were monitored accurately in real time.</a:t>
            </a:r>
          </a:p>
          <a:p>
            <a:r>
              <a:rPr lang="en-US" dirty="0"/>
              <a:t>Stress levels were classified correctly into power modes.</a:t>
            </a:r>
          </a:p>
          <a:p>
            <a:r>
              <a:rPr lang="en-US" dirty="0"/>
              <a:t>Process priorities were adjusted dynamically using nice values.</a:t>
            </a:r>
          </a:p>
          <a:p>
            <a:r>
              <a:rPr lang="en-US" dirty="0"/>
              <a:t>Background processes were throttled during high load.</a:t>
            </a:r>
          </a:p>
          <a:p>
            <a:r>
              <a:rPr lang="en-US" dirty="0"/>
              <a:t>Smooth transitions were observed between power modes.</a:t>
            </a:r>
          </a:p>
        </p:txBody>
      </p:sp>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15</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Results/Simulation</a:t>
            </a:r>
          </a:p>
        </p:txBody>
      </p:sp>
    </p:spTree>
    <p:extLst>
      <p:ext uri="{BB962C8B-B14F-4D97-AF65-F5344CB8AC3E}">
        <p14:creationId xmlns:p14="http://schemas.microsoft.com/office/powerpoint/2010/main" val="2237272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1570D-58AD-74B0-F8FE-EC78B2052B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E0200E-DC7B-F1E2-90E8-C52B269972E9}"/>
              </a:ext>
            </a:extLst>
          </p:cNvPr>
          <p:cNvSpPr>
            <a:spLocks noGrp="1"/>
          </p:cNvSpPr>
          <p:nvPr>
            <p:ph idx="1"/>
          </p:nvPr>
        </p:nvSpPr>
        <p:spPr>
          <a:xfrm>
            <a:off x="174811" y="1482725"/>
            <a:ext cx="11842377" cy="5229605"/>
          </a:xfrm>
        </p:spPr>
        <p:txBody>
          <a:bodyPr>
            <a:normAutofit/>
          </a:bodyPr>
          <a:lstStyle/>
          <a:p>
            <a:pPr lvl="0"/>
            <a:r>
              <a:rPr lang="en-IN" dirty="0"/>
              <a:t>Selecting suitable threshold values for power modes</a:t>
            </a:r>
          </a:p>
          <a:p>
            <a:pPr lvl="0"/>
            <a:r>
              <a:rPr lang="en-IN" dirty="0"/>
              <a:t>Maintaining system responsiveness while saving power</a:t>
            </a:r>
          </a:p>
          <a:p>
            <a:pPr lvl="0"/>
            <a:r>
              <a:rPr lang="en-IN" dirty="0"/>
              <a:t>Accurate stress prediction under fluctuating workloads</a:t>
            </a:r>
          </a:p>
          <a:p>
            <a:pPr lvl="0"/>
            <a:r>
              <a:rPr lang="en-IN" dirty="0"/>
              <a:t>Avoiding excessive priority changes</a:t>
            </a:r>
          </a:p>
          <a:p>
            <a:endParaRPr lang="en-IN" dirty="0"/>
          </a:p>
        </p:txBody>
      </p:sp>
      <p:sp>
        <p:nvSpPr>
          <p:cNvPr id="3" name="Date Placeholder 2">
            <a:extLst>
              <a:ext uri="{FF2B5EF4-FFF2-40B4-BE49-F238E27FC236}">
                <a16:creationId xmlns:a16="http://schemas.microsoft.com/office/drawing/2014/main" id="{98289572-F40D-E5AF-76D2-B622233D8F7C}"/>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33E66135-E2C4-F9AF-FA6D-7C506732197A}"/>
              </a:ext>
            </a:extLst>
          </p:cNvPr>
          <p:cNvSpPr>
            <a:spLocks noGrp="1"/>
          </p:cNvSpPr>
          <p:nvPr>
            <p:ph type="sldNum" sz="quarter" idx="12"/>
          </p:nvPr>
        </p:nvSpPr>
        <p:spPr/>
        <p:txBody>
          <a:bodyPr/>
          <a:lstStyle/>
          <a:p>
            <a:fld id="{9BA15CD2-76D6-4EFE-91D9-7087332E3318}" type="slidenum">
              <a:rPr lang="en-IN" smtClean="0"/>
              <a:pPr/>
              <a:t>16</a:t>
            </a:fld>
            <a:endParaRPr lang="en-IN" dirty="0"/>
          </a:p>
        </p:txBody>
      </p:sp>
      <p:sp>
        <p:nvSpPr>
          <p:cNvPr id="5" name="Title 1">
            <a:extLst>
              <a:ext uri="{FF2B5EF4-FFF2-40B4-BE49-F238E27FC236}">
                <a16:creationId xmlns:a16="http://schemas.microsoft.com/office/drawing/2014/main" id="{844D8FD5-61F8-28C6-278C-75740B48B008}"/>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Challenges Faced</a:t>
            </a:r>
          </a:p>
        </p:txBody>
      </p:sp>
    </p:spTree>
    <p:extLst>
      <p:ext uri="{BB962C8B-B14F-4D97-AF65-F5344CB8AC3E}">
        <p14:creationId xmlns:p14="http://schemas.microsoft.com/office/powerpoint/2010/main" val="3031533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F9F52-1EB2-192C-DA90-DAF44FD3E72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91B099C-5EF5-066F-8F10-1215117D9278}"/>
              </a:ext>
            </a:extLst>
          </p:cNvPr>
          <p:cNvSpPr>
            <a:spLocks noGrp="1"/>
          </p:cNvSpPr>
          <p:nvPr>
            <p:ph idx="1"/>
          </p:nvPr>
        </p:nvSpPr>
        <p:spPr>
          <a:xfrm>
            <a:off x="174811" y="1117600"/>
            <a:ext cx="11842377" cy="5229605"/>
          </a:xfrm>
        </p:spPr>
        <p:txBody>
          <a:bodyPr>
            <a:normAutofit/>
          </a:bodyPr>
          <a:lstStyle/>
          <a:p>
            <a:r>
              <a:rPr lang="en-US" dirty="0"/>
              <a:t>Developed an adaptive OS-level battery optimization system.</a:t>
            </a:r>
          </a:p>
          <a:p>
            <a:r>
              <a:rPr lang="en-US" dirty="0"/>
              <a:t>Machine learning improved workload-based decision making.</a:t>
            </a:r>
          </a:p>
          <a:p>
            <a:r>
              <a:rPr lang="en-US" dirty="0"/>
              <a:t>Dynamic priority control reduced unnecessary power usage.</a:t>
            </a:r>
          </a:p>
          <a:p>
            <a:r>
              <a:rPr lang="en-US" dirty="0"/>
              <a:t>No hardware modification or kernel changes were required.</a:t>
            </a:r>
          </a:p>
          <a:p>
            <a:r>
              <a:rPr lang="en-US" dirty="0"/>
              <a:t>System maintained performance while saving battery.</a:t>
            </a:r>
          </a:p>
        </p:txBody>
      </p:sp>
      <p:sp>
        <p:nvSpPr>
          <p:cNvPr id="3" name="Date Placeholder 2">
            <a:extLst>
              <a:ext uri="{FF2B5EF4-FFF2-40B4-BE49-F238E27FC236}">
                <a16:creationId xmlns:a16="http://schemas.microsoft.com/office/drawing/2014/main" id="{50740D45-F7EF-F86E-227E-D77EB96EDC6C}"/>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A339D25D-E621-7D8C-19E0-FE8190F59335}"/>
              </a:ext>
            </a:extLst>
          </p:cNvPr>
          <p:cNvSpPr>
            <a:spLocks noGrp="1"/>
          </p:cNvSpPr>
          <p:nvPr>
            <p:ph type="sldNum" sz="quarter" idx="12"/>
          </p:nvPr>
        </p:nvSpPr>
        <p:spPr/>
        <p:txBody>
          <a:bodyPr/>
          <a:lstStyle/>
          <a:p>
            <a:fld id="{9BA15CD2-76D6-4EFE-91D9-7087332E3318}" type="slidenum">
              <a:rPr lang="en-IN" smtClean="0"/>
              <a:pPr/>
              <a:t>17</a:t>
            </a:fld>
            <a:endParaRPr lang="en-IN" dirty="0"/>
          </a:p>
        </p:txBody>
      </p:sp>
      <p:sp>
        <p:nvSpPr>
          <p:cNvPr id="5" name="Title 1">
            <a:extLst>
              <a:ext uri="{FF2B5EF4-FFF2-40B4-BE49-F238E27FC236}">
                <a16:creationId xmlns:a16="http://schemas.microsoft.com/office/drawing/2014/main" id="{C7160E81-7796-0B86-85B2-0AAF6104F12F}"/>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Final Outcome</a:t>
            </a:r>
          </a:p>
        </p:txBody>
      </p:sp>
    </p:spTree>
    <p:extLst>
      <p:ext uri="{BB962C8B-B14F-4D97-AF65-F5344CB8AC3E}">
        <p14:creationId xmlns:p14="http://schemas.microsoft.com/office/powerpoint/2010/main" val="837959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56E3B45-B5D6-55EF-4A57-BAB9FDECA413}"/>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15F097C7-3B0B-1958-4136-3849F3241BA6}"/>
              </a:ext>
            </a:extLst>
          </p:cNvPr>
          <p:cNvSpPr>
            <a:spLocks noGrp="1"/>
          </p:cNvSpPr>
          <p:nvPr>
            <p:ph type="sldNum" sz="quarter" idx="12"/>
          </p:nvPr>
        </p:nvSpPr>
        <p:spPr/>
        <p:txBody>
          <a:bodyPr/>
          <a:lstStyle/>
          <a:p>
            <a:fld id="{9BA15CD2-76D6-4EFE-91D9-7087332E3318}" type="slidenum">
              <a:rPr lang="en-IN" smtClean="0"/>
              <a:pPr/>
              <a:t>18</a:t>
            </a:fld>
            <a:endParaRPr lang="en-IN" dirty="0"/>
          </a:p>
        </p:txBody>
      </p:sp>
      <p:sp>
        <p:nvSpPr>
          <p:cNvPr id="6" name="Title 1">
            <a:extLst>
              <a:ext uri="{FF2B5EF4-FFF2-40B4-BE49-F238E27FC236}">
                <a16:creationId xmlns:a16="http://schemas.microsoft.com/office/drawing/2014/main" id="{AFA4867F-E986-8268-949E-536012C0E8A5}"/>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Final Outcome</a:t>
            </a:r>
          </a:p>
        </p:txBody>
      </p:sp>
      <p:pic>
        <p:nvPicPr>
          <p:cNvPr id="8" name="Content Placeholder 7">
            <a:extLst>
              <a:ext uri="{FF2B5EF4-FFF2-40B4-BE49-F238E27FC236}">
                <a16:creationId xmlns:a16="http://schemas.microsoft.com/office/drawing/2014/main" id="{58A6F5A1-7C0E-AB95-28AF-914E1032F6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0365" y="1090779"/>
            <a:ext cx="8431270" cy="4555634"/>
          </a:xfrm>
        </p:spPr>
      </p:pic>
      <p:sp>
        <p:nvSpPr>
          <p:cNvPr id="10" name="Content Placeholder 1">
            <a:extLst>
              <a:ext uri="{FF2B5EF4-FFF2-40B4-BE49-F238E27FC236}">
                <a16:creationId xmlns:a16="http://schemas.microsoft.com/office/drawing/2014/main" id="{BD8479C9-0074-867B-E26B-308CA231E45D}"/>
              </a:ext>
            </a:extLst>
          </p:cNvPr>
          <p:cNvSpPr txBox="1">
            <a:spLocks/>
          </p:cNvSpPr>
          <p:nvPr/>
        </p:nvSpPr>
        <p:spPr>
          <a:xfrm>
            <a:off x="4029245" y="5766813"/>
            <a:ext cx="4133509" cy="459991"/>
          </a:xfrm>
          <a:prstGeom prst="rect">
            <a:avLst/>
          </a:prstGeom>
          <a:ln>
            <a:noFill/>
          </a:ln>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Bookman Old Style" panose="020506040505050202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ookman Old Style" panose="0205060405050502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Bookman Old Style" panose="0205060405050502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Bookman Old Style" panose="0205060405050502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Bookman Old Style" panose="0205060405050502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Figure 5: Power Mode Prediction Interface</a:t>
            </a:r>
            <a:endParaRPr lang="en-IN" dirty="0"/>
          </a:p>
        </p:txBody>
      </p:sp>
    </p:spTree>
    <p:extLst>
      <p:ext uri="{BB962C8B-B14F-4D97-AF65-F5344CB8AC3E}">
        <p14:creationId xmlns:p14="http://schemas.microsoft.com/office/powerpoint/2010/main" val="2200480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67CCF-2C63-486E-CF73-F33660E9471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54153D-BB19-F678-B5D3-D9ED8BC69F45}"/>
              </a:ext>
            </a:extLst>
          </p:cNvPr>
          <p:cNvSpPr>
            <a:spLocks noGrp="1"/>
          </p:cNvSpPr>
          <p:nvPr>
            <p:ph idx="1"/>
          </p:nvPr>
        </p:nvSpPr>
        <p:spPr>
          <a:xfrm>
            <a:off x="174811" y="1117600"/>
            <a:ext cx="11842377" cy="5229605"/>
          </a:xfrm>
        </p:spPr>
        <p:txBody>
          <a:bodyPr>
            <a:normAutofit/>
          </a:bodyPr>
          <a:lstStyle/>
          <a:p>
            <a:r>
              <a:rPr lang="en-IN" dirty="0"/>
              <a:t>Laptops and portable computing devices</a:t>
            </a:r>
          </a:p>
          <a:p>
            <a:r>
              <a:rPr lang="en-IN" dirty="0"/>
              <a:t>Battery-powered embedded Linux systems</a:t>
            </a:r>
          </a:p>
          <a:p>
            <a:r>
              <a:rPr lang="en-IN" dirty="0"/>
              <a:t>Energy-aware operating system research</a:t>
            </a:r>
          </a:p>
          <a:p>
            <a:r>
              <a:rPr lang="en-IN" dirty="0"/>
              <a:t>Performance-sensitive mobile platforms</a:t>
            </a:r>
          </a:p>
          <a:p>
            <a:pPr marL="0" indent="0">
              <a:buNone/>
            </a:pPr>
            <a:endParaRPr lang="en-IN" dirty="0"/>
          </a:p>
        </p:txBody>
      </p:sp>
      <p:sp>
        <p:nvSpPr>
          <p:cNvPr id="3" name="Date Placeholder 2">
            <a:extLst>
              <a:ext uri="{FF2B5EF4-FFF2-40B4-BE49-F238E27FC236}">
                <a16:creationId xmlns:a16="http://schemas.microsoft.com/office/drawing/2014/main" id="{8C8745C7-3C63-4C67-358C-765D07BA3D6C}"/>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580B8860-EBEC-1E83-9E2D-7618D3905B5C}"/>
              </a:ext>
            </a:extLst>
          </p:cNvPr>
          <p:cNvSpPr>
            <a:spLocks noGrp="1"/>
          </p:cNvSpPr>
          <p:nvPr>
            <p:ph type="sldNum" sz="quarter" idx="12"/>
          </p:nvPr>
        </p:nvSpPr>
        <p:spPr/>
        <p:txBody>
          <a:bodyPr/>
          <a:lstStyle/>
          <a:p>
            <a:fld id="{9BA15CD2-76D6-4EFE-91D9-7087332E3318}" type="slidenum">
              <a:rPr lang="en-IN" smtClean="0"/>
              <a:pPr/>
              <a:t>19</a:t>
            </a:fld>
            <a:endParaRPr lang="en-IN" dirty="0"/>
          </a:p>
        </p:txBody>
      </p:sp>
      <p:sp>
        <p:nvSpPr>
          <p:cNvPr id="5" name="Title 1">
            <a:extLst>
              <a:ext uri="{FF2B5EF4-FFF2-40B4-BE49-F238E27FC236}">
                <a16:creationId xmlns:a16="http://schemas.microsoft.com/office/drawing/2014/main" id="{11A69B5F-BB44-2FCA-85FA-F2423159D90D}"/>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Applications</a:t>
            </a:r>
          </a:p>
        </p:txBody>
      </p:sp>
    </p:spTree>
    <p:extLst>
      <p:ext uri="{BB962C8B-B14F-4D97-AF65-F5344CB8AC3E}">
        <p14:creationId xmlns:p14="http://schemas.microsoft.com/office/powerpoint/2010/main" val="1796891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84D70-BB6F-725A-84AA-1FF4E5A2D1D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B8920A-3C8E-8472-94B0-05F518D2A5E8}"/>
              </a:ext>
            </a:extLst>
          </p:cNvPr>
          <p:cNvSpPr>
            <a:spLocks noGrp="1"/>
          </p:cNvSpPr>
          <p:nvPr>
            <p:ph idx="1"/>
          </p:nvPr>
        </p:nvSpPr>
        <p:spPr>
          <a:xfrm>
            <a:off x="174811" y="1117600"/>
            <a:ext cx="11842377" cy="5229605"/>
          </a:xfrm>
        </p:spPr>
        <p:txBody>
          <a:bodyPr>
            <a:normAutofit/>
          </a:bodyPr>
          <a:lstStyle/>
          <a:p>
            <a:r>
              <a:rPr lang="en-IN" dirty="0"/>
              <a:t>Integration with real-time battery health metrics</a:t>
            </a:r>
          </a:p>
          <a:p>
            <a:r>
              <a:rPr lang="en-IN" dirty="0"/>
              <a:t>Use of advanced machine learning models</a:t>
            </a:r>
          </a:p>
          <a:p>
            <a:r>
              <a:rPr lang="en-IN" dirty="0"/>
              <a:t>Kernel-level implementation for deeper optimization</a:t>
            </a:r>
          </a:p>
          <a:p>
            <a:r>
              <a:rPr lang="en-IN" dirty="0"/>
              <a:t>Extension to GPU and memory power management</a:t>
            </a:r>
          </a:p>
          <a:p>
            <a:pPr marL="0" indent="0">
              <a:buNone/>
            </a:pPr>
            <a:r>
              <a:rPr lang="en-IN" dirty="0"/>
              <a:t> </a:t>
            </a:r>
          </a:p>
        </p:txBody>
      </p:sp>
      <p:sp>
        <p:nvSpPr>
          <p:cNvPr id="3" name="Date Placeholder 2">
            <a:extLst>
              <a:ext uri="{FF2B5EF4-FFF2-40B4-BE49-F238E27FC236}">
                <a16:creationId xmlns:a16="http://schemas.microsoft.com/office/drawing/2014/main" id="{95E015E4-2943-BA46-F2E0-A7EFBB83770E}"/>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60079CC3-C84C-F412-7105-B6C6240009D8}"/>
              </a:ext>
            </a:extLst>
          </p:cNvPr>
          <p:cNvSpPr>
            <a:spLocks noGrp="1"/>
          </p:cNvSpPr>
          <p:nvPr>
            <p:ph type="sldNum" sz="quarter" idx="12"/>
          </p:nvPr>
        </p:nvSpPr>
        <p:spPr/>
        <p:txBody>
          <a:bodyPr/>
          <a:lstStyle/>
          <a:p>
            <a:fld id="{9BA15CD2-76D6-4EFE-91D9-7087332E3318}" type="slidenum">
              <a:rPr lang="en-IN" smtClean="0"/>
              <a:pPr/>
              <a:t>20</a:t>
            </a:fld>
            <a:endParaRPr lang="en-IN" dirty="0"/>
          </a:p>
        </p:txBody>
      </p:sp>
      <p:sp>
        <p:nvSpPr>
          <p:cNvPr id="5" name="Title 1">
            <a:extLst>
              <a:ext uri="{FF2B5EF4-FFF2-40B4-BE49-F238E27FC236}">
                <a16:creationId xmlns:a16="http://schemas.microsoft.com/office/drawing/2014/main" id="{DC4FD5C6-A705-9C23-B79C-3F1CF5E8481D}"/>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Future Scope</a:t>
            </a:r>
            <a:endParaRPr lang="en-IN" sz="4000" dirty="0"/>
          </a:p>
        </p:txBody>
      </p:sp>
    </p:spTree>
    <p:extLst>
      <p:ext uri="{BB962C8B-B14F-4D97-AF65-F5344CB8AC3E}">
        <p14:creationId xmlns:p14="http://schemas.microsoft.com/office/powerpoint/2010/main" val="3942714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E355F-AE06-705B-B70D-726CACBE5FA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7D280C-5599-466E-F692-C3B8761531B8}"/>
              </a:ext>
            </a:extLst>
          </p:cNvPr>
          <p:cNvSpPr>
            <a:spLocks noGrp="1"/>
          </p:cNvSpPr>
          <p:nvPr>
            <p:ph idx="1"/>
          </p:nvPr>
        </p:nvSpPr>
        <p:spPr>
          <a:xfrm>
            <a:off x="174811" y="1117600"/>
            <a:ext cx="11842377" cy="5229605"/>
          </a:xfrm>
        </p:spPr>
        <p:txBody>
          <a:bodyPr>
            <a:normAutofit/>
          </a:bodyPr>
          <a:lstStyle/>
          <a:p>
            <a:pPr marL="0" indent="0">
              <a:buNone/>
            </a:pPr>
            <a:r>
              <a:rPr lang="en-US" dirty="0"/>
              <a:t>The project demonstrates an effective OS-level battery optimization approach using machine learning and dynamic process priority control. By adapting to real-time workload conditions, the system reduces power consumption without compromising system performance. The results highlight the advantage of intelligent and adaptive power management over traditional static techniques.</a:t>
            </a:r>
          </a:p>
        </p:txBody>
      </p:sp>
      <p:sp>
        <p:nvSpPr>
          <p:cNvPr id="3" name="Date Placeholder 2">
            <a:extLst>
              <a:ext uri="{FF2B5EF4-FFF2-40B4-BE49-F238E27FC236}">
                <a16:creationId xmlns:a16="http://schemas.microsoft.com/office/drawing/2014/main" id="{C4BF82B8-F911-5D9C-8341-18F8413C3570}"/>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03EC3950-6C4A-37C5-4E51-673E36F23C03}"/>
              </a:ext>
            </a:extLst>
          </p:cNvPr>
          <p:cNvSpPr>
            <a:spLocks noGrp="1"/>
          </p:cNvSpPr>
          <p:nvPr>
            <p:ph type="sldNum" sz="quarter" idx="12"/>
          </p:nvPr>
        </p:nvSpPr>
        <p:spPr/>
        <p:txBody>
          <a:bodyPr/>
          <a:lstStyle/>
          <a:p>
            <a:fld id="{9BA15CD2-76D6-4EFE-91D9-7087332E3318}" type="slidenum">
              <a:rPr lang="en-IN" smtClean="0"/>
              <a:pPr/>
              <a:t>21</a:t>
            </a:fld>
            <a:endParaRPr lang="en-IN" dirty="0"/>
          </a:p>
        </p:txBody>
      </p:sp>
      <p:sp>
        <p:nvSpPr>
          <p:cNvPr id="5" name="Title 1">
            <a:extLst>
              <a:ext uri="{FF2B5EF4-FFF2-40B4-BE49-F238E27FC236}">
                <a16:creationId xmlns:a16="http://schemas.microsoft.com/office/drawing/2014/main" id="{F8B66979-1EBA-9496-7DC4-F2CE71D82411}"/>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Conclusion</a:t>
            </a:r>
            <a:endParaRPr lang="en-IN" sz="4000" dirty="0"/>
          </a:p>
        </p:txBody>
      </p:sp>
    </p:spTree>
    <p:extLst>
      <p:ext uri="{BB962C8B-B14F-4D97-AF65-F5344CB8AC3E}">
        <p14:creationId xmlns:p14="http://schemas.microsoft.com/office/powerpoint/2010/main" val="3690393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614AB-0CBF-745C-326A-404E579150D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39B2CA-294B-549E-C99F-4DE223515847}"/>
              </a:ext>
            </a:extLst>
          </p:cNvPr>
          <p:cNvSpPr>
            <a:spLocks noGrp="1"/>
          </p:cNvSpPr>
          <p:nvPr>
            <p:ph idx="1"/>
          </p:nvPr>
        </p:nvSpPr>
        <p:spPr>
          <a:xfrm>
            <a:off x="174811" y="1117600"/>
            <a:ext cx="11842377" cy="5229605"/>
          </a:xfrm>
        </p:spPr>
        <p:txBody>
          <a:bodyPr>
            <a:normAutofit/>
          </a:bodyPr>
          <a:lstStyle/>
          <a:p>
            <a:pPr marL="0" indent="0">
              <a:buNone/>
            </a:pPr>
            <a:r>
              <a:rPr lang="en-US" dirty="0"/>
              <a:t>We would like to express our sincere gratitude to our project guide for their continuous guidance, valuable suggestions, and encouragement throughout the project. We also thank the faculty members of the department for their support and constructive feedback. Finally, we acknowledge our institution for providing the necessary resources and environment to successfully complete this project.</a:t>
            </a:r>
          </a:p>
        </p:txBody>
      </p:sp>
      <p:sp>
        <p:nvSpPr>
          <p:cNvPr id="3" name="Date Placeholder 2">
            <a:extLst>
              <a:ext uri="{FF2B5EF4-FFF2-40B4-BE49-F238E27FC236}">
                <a16:creationId xmlns:a16="http://schemas.microsoft.com/office/drawing/2014/main" id="{E1E7D282-6926-EE36-71E4-812824A147B9}"/>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CE0B87D9-9782-1F25-F566-FD1505FEDB1C}"/>
              </a:ext>
            </a:extLst>
          </p:cNvPr>
          <p:cNvSpPr>
            <a:spLocks noGrp="1"/>
          </p:cNvSpPr>
          <p:nvPr>
            <p:ph type="sldNum" sz="quarter" idx="12"/>
          </p:nvPr>
        </p:nvSpPr>
        <p:spPr/>
        <p:txBody>
          <a:bodyPr/>
          <a:lstStyle/>
          <a:p>
            <a:fld id="{9BA15CD2-76D6-4EFE-91D9-7087332E3318}" type="slidenum">
              <a:rPr lang="en-IN" smtClean="0"/>
              <a:pPr/>
              <a:t>22</a:t>
            </a:fld>
            <a:endParaRPr lang="en-IN" dirty="0"/>
          </a:p>
        </p:txBody>
      </p:sp>
      <p:sp>
        <p:nvSpPr>
          <p:cNvPr id="5" name="Title 1">
            <a:extLst>
              <a:ext uri="{FF2B5EF4-FFF2-40B4-BE49-F238E27FC236}">
                <a16:creationId xmlns:a16="http://schemas.microsoft.com/office/drawing/2014/main" id="{5D5D031D-8801-41AD-A0E8-3372B245E07D}"/>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Acknowledgments</a:t>
            </a:r>
          </a:p>
        </p:txBody>
      </p:sp>
    </p:spTree>
    <p:extLst>
      <p:ext uri="{BB962C8B-B14F-4D97-AF65-F5344CB8AC3E}">
        <p14:creationId xmlns:p14="http://schemas.microsoft.com/office/powerpoint/2010/main" val="2801455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28CE-C7F2-1696-B976-7B21671072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29B294-4D03-D957-3CAB-0B84D8CDC50A}"/>
              </a:ext>
            </a:extLst>
          </p:cNvPr>
          <p:cNvSpPr>
            <a:spLocks noGrp="1"/>
          </p:cNvSpPr>
          <p:nvPr>
            <p:ph idx="1"/>
          </p:nvPr>
        </p:nvSpPr>
        <p:spPr>
          <a:xfrm>
            <a:off x="174811" y="1117600"/>
            <a:ext cx="11842377" cy="5229605"/>
          </a:xfrm>
        </p:spPr>
        <p:txBody>
          <a:bodyPr>
            <a:normAutofit/>
          </a:bodyPr>
          <a:lstStyle/>
          <a:p>
            <a:pPr marL="0" indent="0">
              <a:buNone/>
            </a:pPr>
            <a:r>
              <a:rPr lang="en-IN" sz="2400" dirty="0"/>
              <a:t>[1]Wang, R., Liu, J., Li, Y., &amp; Zhang, X. (2020). </a:t>
            </a:r>
            <a:r>
              <a:rPr lang="en-IN" sz="2400" i="1" dirty="0"/>
              <a:t>AI-based power management for energy-efficient mobile systems</a:t>
            </a:r>
            <a:r>
              <a:rPr lang="en-IN" sz="2400" dirty="0"/>
              <a:t>. Future Generation Computer Systems, Elsevier. </a:t>
            </a:r>
          </a:p>
          <a:p>
            <a:pPr marL="0" indent="0">
              <a:buNone/>
            </a:pPr>
            <a:r>
              <a:rPr lang="en-IN" sz="2400" dirty="0"/>
              <a:t>[2] Mishra, S., Verma, A., &amp; Kumar, R. (2021). </a:t>
            </a:r>
            <a:r>
              <a:rPr lang="en-IN" sz="2400" i="1" dirty="0"/>
              <a:t>Machine learning–driven battery optimization in Android systems</a:t>
            </a:r>
            <a:r>
              <a:rPr lang="en-IN" sz="2400" dirty="0"/>
              <a:t>. IEEE Access. </a:t>
            </a:r>
          </a:p>
          <a:p>
            <a:pPr marL="0" indent="0">
              <a:buNone/>
            </a:pPr>
            <a:r>
              <a:rPr lang="en-IN" sz="2400" dirty="0"/>
              <a:t>[3]Wei, C., Minho, P., &amp; Sheng, L. (2022). </a:t>
            </a:r>
            <a:r>
              <a:rPr lang="en-IN" sz="2400" i="1" dirty="0"/>
              <a:t>Energy-aware operating system using kernel-level power management</a:t>
            </a:r>
            <a:r>
              <a:rPr lang="en-IN" sz="2400" dirty="0"/>
              <a:t>. ACM Transactions on Embedded Computing Systems. </a:t>
            </a:r>
          </a:p>
          <a:p>
            <a:pPr marL="0" indent="0">
              <a:buNone/>
            </a:pPr>
            <a:r>
              <a:rPr lang="en-IN" sz="2400" dirty="0"/>
              <a:t>[4] Linux Manual Pages – nice, top, </a:t>
            </a:r>
            <a:r>
              <a:rPr lang="en-IN" sz="2400" dirty="0" err="1"/>
              <a:t>ps</a:t>
            </a:r>
            <a:r>
              <a:rPr lang="en-IN" sz="2400" dirty="0"/>
              <a:t>, and system monitoring utilities.</a:t>
            </a:r>
          </a:p>
          <a:p>
            <a:pPr marL="0" indent="0">
              <a:buNone/>
            </a:pPr>
            <a:r>
              <a:rPr lang="en-IN" sz="2400" dirty="0"/>
              <a:t>[5] Scikit-learn Documentation – Logistic Regression Model.</a:t>
            </a:r>
          </a:p>
          <a:p>
            <a:pPr marL="0" indent="0">
              <a:buNone/>
            </a:pPr>
            <a:endParaRPr lang="en-IN" sz="2400" dirty="0"/>
          </a:p>
        </p:txBody>
      </p:sp>
      <p:sp>
        <p:nvSpPr>
          <p:cNvPr id="3" name="Date Placeholder 2">
            <a:extLst>
              <a:ext uri="{FF2B5EF4-FFF2-40B4-BE49-F238E27FC236}">
                <a16:creationId xmlns:a16="http://schemas.microsoft.com/office/drawing/2014/main" id="{D7354580-56E3-F02D-C963-705ACDC1C8DF}"/>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5CEC2920-CCA9-6D85-EF2B-8E264AC3A143}"/>
              </a:ext>
            </a:extLst>
          </p:cNvPr>
          <p:cNvSpPr>
            <a:spLocks noGrp="1"/>
          </p:cNvSpPr>
          <p:nvPr>
            <p:ph type="sldNum" sz="quarter" idx="12"/>
          </p:nvPr>
        </p:nvSpPr>
        <p:spPr/>
        <p:txBody>
          <a:bodyPr/>
          <a:lstStyle/>
          <a:p>
            <a:fld id="{9BA15CD2-76D6-4EFE-91D9-7087332E3318}" type="slidenum">
              <a:rPr lang="en-IN" smtClean="0"/>
              <a:pPr/>
              <a:t>23</a:t>
            </a:fld>
            <a:endParaRPr lang="en-IN" dirty="0"/>
          </a:p>
        </p:txBody>
      </p:sp>
      <p:sp>
        <p:nvSpPr>
          <p:cNvPr id="5" name="Title 1">
            <a:extLst>
              <a:ext uri="{FF2B5EF4-FFF2-40B4-BE49-F238E27FC236}">
                <a16:creationId xmlns:a16="http://schemas.microsoft.com/office/drawing/2014/main" id="{01C4B4CC-9F06-04CC-1F3F-69F4BE546DFA}"/>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References</a:t>
            </a:r>
          </a:p>
        </p:txBody>
      </p:sp>
    </p:spTree>
    <p:extLst>
      <p:ext uri="{BB962C8B-B14F-4D97-AF65-F5344CB8AC3E}">
        <p14:creationId xmlns:p14="http://schemas.microsoft.com/office/powerpoint/2010/main" val="1187791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BEB4DCF-16CB-8396-87A1-E37AFD89666A}"/>
              </a:ext>
            </a:extLst>
          </p:cNvPr>
          <p:cNvSpPr>
            <a:spLocks noGrp="1"/>
          </p:cNvSpPr>
          <p:nvPr>
            <p:ph type="dt" sz="half" idx="10"/>
          </p:nvPr>
        </p:nvSpPr>
        <p:spPr/>
        <p:txBody>
          <a:bodyPr/>
          <a:lstStyle/>
          <a:p>
            <a:pPr algn="ctr"/>
            <a:fld id="{6BA3F8B8-C75C-44FF-9C37-B9B69285372F}" type="datetime2">
              <a:rPr lang="en-IN" smtClean="0"/>
              <a:t>Tuesday, 03 February 2026</a:t>
            </a:fld>
            <a:endParaRPr lang="en-IN" dirty="0"/>
          </a:p>
        </p:txBody>
      </p:sp>
      <p:sp>
        <p:nvSpPr>
          <p:cNvPr id="4" name="Slide Number Placeholder 3">
            <a:extLst>
              <a:ext uri="{FF2B5EF4-FFF2-40B4-BE49-F238E27FC236}">
                <a16:creationId xmlns:a16="http://schemas.microsoft.com/office/drawing/2014/main" id="{247BC478-F0AA-1301-724C-04C081C8A3CB}"/>
              </a:ext>
            </a:extLst>
          </p:cNvPr>
          <p:cNvSpPr>
            <a:spLocks noGrp="1"/>
          </p:cNvSpPr>
          <p:nvPr>
            <p:ph type="sldNum" sz="quarter" idx="12"/>
          </p:nvPr>
        </p:nvSpPr>
        <p:spPr/>
        <p:txBody>
          <a:bodyPr/>
          <a:lstStyle/>
          <a:p>
            <a:fld id="{9BA15CD2-76D6-4EFE-91D9-7087332E3318}" type="slidenum">
              <a:rPr lang="en-IN" smtClean="0"/>
              <a:pPr/>
              <a:t>24</a:t>
            </a:fld>
            <a:endParaRPr lang="en-IN" dirty="0"/>
          </a:p>
        </p:txBody>
      </p:sp>
      <p:pic>
        <p:nvPicPr>
          <p:cNvPr id="5" name="Picture 4">
            <a:extLst>
              <a:ext uri="{FF2B5EF4-FFF2-40B4-BE49-F238E27FC236}">
                <a16:creationId xmlns:a16="http://schemas.microsoft.com/office/drawing/2014/main" id="{96390A6D-369A-D728-5F7B-C3DF82DD90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51096" y="1605964"/>
            <a:ext cx="5889812" cy="3646074"/>
          </a:xfrm>
          <a:prstGeom prst="rect">
            <a:avLst/>
          </a:prstGeom>
        </p:spPr>
      </p:pic>
    </p:spTree>
    <p:extLst>
      <p:ext uri="{BB962C8B-B14F-4D97-AF65-F5344CB8AC3E}">
        <p14:creationId xmlns:p14="http://schemas.microsoft.com/office/powerpoint/2010/main" val="1253120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9838</TotalTime>
  <Words>1260</Words>
  <Application>Microsoft Office PowerPoint</Application>
  <PresentationFormat>Widescreen</PresentationFormat>
  <Paragraphs>202</Paragraphs>
  <Slides>24</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Bookman Old Style</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JANYA GUPTA</cp:lastModifiedBy>
  <cp:revision>508</cp:revision>
  <cp:lastPrinted>2024-02-20T07:16:26Z</cp:lastPrinted>
  <dcterms:created xsi:type="dcterms:W3CDTF">2021-06-02T13:10:21Z</dcterms:created>
  <dcterms:modified xsi:type="dcterms:W3CDTF">2026-02-03T07:04:53Z</dcterms:modified>
</cp:coreProperties>
</file>